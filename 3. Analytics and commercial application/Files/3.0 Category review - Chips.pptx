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Roboto Light"/>
          <a:ea typeface="Roboto Light"/>
          <a:cs typeface="Roboto Light"/>
        </a:font>
        <a:srgbClr val="00000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E5E2"/>
          </a:solidFill>
        </a:fill>
      </a:tcStyle>
    </a:wholeTbl>
    <a:band2H>
      <a:tcTxStyle b="def" i="def"/>
      <a:tcStyle>
        <a:tcBdr/>
        <a:fill>
          <a:solidFill>
            <a:srgbClr val="F3F2F1"/>
          </a:solidFill>
        </a:fill>
      </a:tcStyle>
    </a:band2H>
    <a:firstCol>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Roboto Light"/>
          <a:ea typeface="Roboto Light"/>
          <a:cs typeface="Roboto Light"/>
        </a:font>
        <a:srgbClr val="00000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A"/>
          </a:solidFill>
        </a:fill>
      </a:tcStyle>
    </a:wholeTbl>
    <a:band2H>
      <a:tcTxStyle b="def" i="def"/>
      <a:tcStyle>
        <a:tcBdr/>
        <a:fill>
          <a:solidFill>
            <a:srgbClr val="EEEEED"/>
          </a:solidFill>
        </a:fill>
      </a:tcStyle>
    </a:band2H>
    <a:firstCol>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Roboto Light"/>
          <a:ea typeface="Roboto Light"/>
          <a:cs typeface="Roboto Light"/>
        </a:font>
        <a:srgbClr val="00000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CECF"/>
          </a:solidFill>
        </a:fill>
      </a:tcStyle>
    </a:wholeTbl>
    <a:band2H>
      <a:tcTxStyle b="def" i="def"/>
      <a:tcStyle>
        <a:tcBdr/>
        <a:fill>
          <a:solidFill>
            <a:srgbClr val="E8E8E8"/>
          </a:solidFill>
        </a:fill>
      </a:tcStyle>
    </a:band2H>
    <a:firstCol>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Roboto Light"/>
          <a:ea typeface="Roboto Light"/>
          <a:cs typeface="Roboto Light"/>
        </a:font>
        <a:srgbClr val="000005"/>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Roboto Light"/>
          <a:ea typeface="Roboto Light"/>
          <a:cs typeface="Roboto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Roboto Light"/>
          <a:ea typeface="Roboto Light"/>
          <a:cs typeface="Roboto Light"/>
        </a:font>
        <a:srgbClr val="000005"/>
      </a:tcTxStyle>
      <a:tcStyle>
        <a:tcBdr>
          <a:left>
            <a:ln w="12700" cap="flat">
              <a:noFill/>
              <a:miter lim="400000"/>
            </a:ln>
          </a:left>
          <a:right>
            <a:ln w="12700" cap="flat">
              <a:noFill/>
              <a:miter lim="400000"/>
            </a:ln>
          </a:right>
          <a:top>
            <a:ln w="50800" cap="flat">
              <a:solidFill>
                <a:srgbClr val="000005"/>
              </a:solidFill>
              <a:prstDash val="solid"/>
              <a:round/>
            </a:ln>
          </a:top>
          <a:bottom>
            <a:ln w="25400" cap="flat">
              <a:solidFill>
                <a:srgbClr val="000005"/>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Roboto Light"/>
          <a:ea typeface="Roboto Light"/>
          <a:cs typeface="Roboto Light"/>
        </a:font>
        <a:srgbClr val="FFFFFF"/>
      </a:tcTxStyle>
      <a:tcStyle>
        <a:tcBdr>
          <a:left>
            <a:ln w="12700" cap="flat">
              <a:noFill/>
              <a:miter lim="400000"/>
            </a:ln>
          </a:left>
          <a:right>
            <a:ln w="12700" cap="flat">
              <a:noFill/>
              <a:miter lim="400000"/>
            </a:ln>
          </a:right>
          <a:top>
            <a:ln w="25400" cap="flat">
              <a:solidFill>
                <a:srgbClr val="000005"/>
              </a:solidFill>
              <a:prstDash val="solid"/>
              <a:round/>
            </a:ln>
          </a:top>
          <a:bottom>
            <a:ln w="25400" cap="flat">
              <a:solidFill>
                <a:srgbClr val="000005"/>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Roboto Light"/>
          <a:ea typeface="Roboto Light"/>
          <a:cs typeface="Roboto Light"/>
        </a:font>
        <a:srgbClr val="00000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5"/>
          </a:solidFill>
        </a:fill>
      </a:tcStyle>
    </a:firstCol>
    <a:lastRow>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5"/>
          </a:solidFill>
        </a:fill>
      </a:tcStyle>
    </a:lastRow>
    <a:firstRow>
      <a:tcTxStyle b="on" i="off">
        <a:font>
          <a:latin typeface="Roboto Light"/>
          <a:ea typeface="Roboto Light"/>
          <a:cs typeface="Roboto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5"/>
          </a:solidFill>
        </a:fill>
      </a:tcStyle>
    </a:firstRow>
  </a:tblStyle>
  <a:tblStyle styleId="{2708684C-4D16-4618-839F-0558EEFCDFE6}" styleName="">
    <a:tblBg/>
    <a:wholeTbl>
      <a:tcTxStyle b="off" i="off">
        <a:font>
          <a:latin typeface="Roboto Light"/>
          <a:ea typeface="Roboto Light"/>
          <a:cs typeface="Roboto Light"/>
        </a:font>
        <a:srgbClr val="000005"/>
      </a:tcTxStyle>
      <a:tcStyle>
        <a:tcBdr>
          <a:left>
            <a:ln w="12700" cap="flat">
              <a:solidFill>
                <a:srgbClr val="000005"/>
              </a:solidFill>
              <a:prstDash val="solid"/>
              <a:round/>
            </a:ln>
          </a:left>
          <a:right>
            <a:ln w="12700" cap="flat">
              <a:solidFill>
                <a:srgbClr val="000005"/>
              </a:solidFill>
              <a:prstDash val="solid"/>
              <a:round/>
            </a:ln>
          </a:right>
          <a:top>
            <a:ln w="12700" cap="flat">
              <a:solidFill>
                <a:srgbClr val="000005"/>
              </a:solidFill>
              <a:prstDash val="solid"/>
              <a:round/>
            </a:ln>
          </a:top>
          <a:bottom>
            <a:ln w="12700" cap="flat">
              <a:solidFill>
                <a:srgbClr val="000005"/>
              </a:solidFill>
              <a:prstDash val="solid"/>
              <a:round/>
            </a:ln>
          </a:bottom>
          <a:insideH>
            <a:ln w="12700" cap="flat">
              <a:solidFill>
                <a:srgbClr val="000005"/>
              </a:solidFill>
              <a:prstDash val="solid"/>
              <a:round/>
            </a:ln>
          </a:insideH>
          <a:insideV>
            <a:ln w="12700" cap="flat">
              <a:solidFill>
                <a:srgbClr val="000005"/>
              </a:solidFill>
              <a:prstDash val="solid"/>
              <a:round/>
            </a:ln>
          </a:insideV>
        </a:tcBdr>
        <a:fill>
          <a:solidFill>
            <a:srgbClr val="000005">
              <a:alpha val="20000"/>
            </a:srgbClr>
          </a:solidFill>
        </a:fill>
      </a:tcStyle>
    </a:wholeTbl>
    <a:band2H>
      <a:tcTxStyle b="def" i="def"/>
      <a:tcStyle>
        <a:tcBdr/>
        <a:fill>
          <a:solidFill>
            <a:srgbClr val="FFFFFF"/>
          </a:solidFill>
        </a:fill>
      </a:tcStyle>
    </a:band2H>
    <a:firstCol>
      <a:tcTxStyle b="on" i="off">
        <a:font>
          <a:latin typeface="Roboto Light"/>
          <a:ea typeface="Roboto Light"/>
          <a:cs typeface="Roboto Light"/>
        </a:font>
        <a:srgbClr val="000005"/>
      </a:tcTxStyle>
      <a:tcStyle>
        <a:tcBdr>
          <a:left>
            <a:ln w="12700" cap="flat">
              <a:solidFill>
                <a:srgbClr val="000005"/>
              </a:solidFill>
              <a:prstDash val="solid"/>
              <a:round/>
            </a:ln>
          </a:left>
          <a:right>
            <a:ln w="12700" cap="flat">
              <a:solidFill>
                <a:srgbClr val="000005"/>
              </a:solidFill>
              <a:prstDash val="solid"/>
              <a:round/>
            </a:ln>
          </a:right>
          <a:top>
            <a:ln w="12700" cap="flat">
              <a:solidFill>
                <a:srgbClr val="000005"/>
              </a:solidFill>
              <a:prstDash val="solid"/>
              <a:round/>
            </a:ln>
          </a:top>
          <a:bottom>
            <a:ln w="12700" cap="flat">
              <a:solidFill>
                <a:srgbClr val="000005"/>
              </a:solidFill>
              <a:prstDash val="solid"/>
              <a:round/>
            </a:ln>
          </a:bottom>
          <a:insideH>
            <a:ln w="12700" cap="flat">
              <a:solidFill>
                <a:srgbClr val="000005"/>
              </a:solidFill>
              <a:prstDash val="solid"/>
              <a:round/>
            </a:ln>
          </a:insideH>
          <a:insideV>
            <a:ln w="12700" cap="flat">
              <a:solidFill>
                <a:srgbClr val="000005"/>
              </a:solidFill>
              <a:prstDash val="solid"/>
              <a:round/>
            </a:ln>
          </a:insideV>
        </a:tcBdr>
        <a:fill>
          <a:solidFill>
            <a:srgbClr val="000005">
              <a:alpha val="20000"/>
            </a:srgbClr>
          </a:solidFill>
        </a:fill>
      </a:tcStyle>
    </a:firstCol>
    <a:lastRow>
      <a:tcTxStyle b="on" i="off">
        <a:font>
          <a:latin typeface="Roboto Light"/>
          <a:ea typeface="Roboto Light"/>
          <a:cs typeface="Roboto Light"/>
        </a:font>
        <a:srgbClr val="000005"/>
      </a:tcTxStyle>
      <a:tcStyle>
        <a:tcBdr>
          <a:left>
            <a:ln w="12700" cap="flat">
              <a:solidFill>
                <a:srgbClr val="000005"/>
              </a:solidFill>
              <a:prstDash val="solid"/>
              <a:round/>
            </a:ln>
          </a:left>
          <a:right>
            <a:ln w="12700" cap="flat">
              <a:solidFill>
                <a:srgbClr val="000005"/>
              </a:solidFill>
              <a:prstDash val="solid"/>
              <a:round/>
            </a:ln>
          </a:right>
          <a:top>
            <a:ln w="50800" cap="flat">
              <a:solidFill>
                <a:srgbClr val="000005"/>
              </a:solidFill>
              <a:prstDash val="solid"/>
              <a:round/>
            </a:ln>
          </a:top>
          <a:bottom>
            <a:ln w="12700" cap="flat">
              <a:solidFill>
                <a:srgbClr val="000005"/>
              </a:solidFill>
              <a:prstDash val="solid"/>
              <a:round/>
            </a:ln>
          </a:bottom>
          <a:insideH>
            <a:ln w="12700" cap="flat">
              <a:solidFill>
                <a:srgbClr val="000005"/>
              </a:solidFill>
              <a:prstDash val="solid"/>
              <a:round/>
            </a:ln>
          </a:insideH>
          <a:insideV>
            <a:ln w="12700" cap="flat">
              <a:solidFill>
                <a:srgbClr val="000005"/>
              </a:solidFill>
              <a:prstDash val="solid"/>
              <a:round/>
            </a:ln>
          </a:insideV>
        </a:tcBdr>
        <a:fill>
          <a:noFill/>
        </a:fill>
      </a:tcStyle>
    </a:lastRow>
    <a:firstRow>
      <a:tcTxStyle b="on" i="off">
        <a:font>
          <a:latin typeface="Roboto Light"/>
          <a:ea typeface="Roboto Light"/>
          <a:cs typeface="Roboto Light"/>
        </a:font>
        <a:srgbClr val="000005"/>
      </a:tcTxStyle>
      <a:tcStyle>
        <a:tcBdr>
          <a:left>
            <a:ln w="12700" cap="flat">
              <a:solidFill>
                <a:srgbClr val="000005"/>
              </a:solidFill>
              <a:prstDash val="solid"/>
              <a:round/>
            </a:ln>
          </a:left>
          <a:right>
            <a:ln w="12700" cap="flat">
              <a:solidFill>
                <a:srgbClr val="000005"/>
              </a:solidFill>
              <a:prstDash val="solid"/>
              <a:round/>
            </a:ln>
          </a:right>
          <a:top>
            <a:ln w="12700" cap="flat">
              <a:solidFill>
                <a:srgbClr val="000005"/>
              </a:solidFill>
              <a:prstDash val="solid"/>
              <a:round/>
            </a:ln>
          </a:top>
          <a:bottom>
            <a:ln w="25400" cap="flat">
              <a:solidFill>
                <a:srgbClr val="000005"/>
              </a:solidFill>
              <a:prstDash val="solid"/>
              <a:round/>
            </a:ln>
          </a:bottom>
          <a:insideH>
            <a:ln w="12700" cap="flat">
              <a:solidFill>
                <a:srgbClr val="000005"/>
              </a:solidFill>
              <a:prstDash val="solid"/>
              <a:round/>
            </a:ln>
          </a:insideH>
          <a:insideV>
            <a:ln w="12700" cap="flat">
              <a:solidFill>
                <a:srgbClr val="000005"/>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3" name="Shape 173"/>
          <p:cNvSpPr/>
          <p:nvPr>
            <p:ph type="sldImg"/>
          </p:nvPr>
        </p:nvSpPr>
        <p:spPr>
          <a:xfrm>
            <a:off x="1143000" y="685800"/>
            <a:ext cx="4572000" cy="3429000"/>
          </a:xfrm>
          <a:prstGeom prst="rect">
            <a:avLst/>
          </a:prstGeom>
        </p:spPr>
        <p:txBody>
          <a:bodyPr/>
          <a:lstStyle/>
          <a:p>
            <a:pPr/>
          </a:p>
        </p:txBody>
      </p:sp>
      <p:sp>
        <p:nvSpPr>
          <p:cNvPr id="174" name="Shape 17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beach">
    <p:spTree>
      <p:nvGrpSpPr>
        <p:cNvPr id="1" name=""/>
        <p:cNvGrpSpPr/>
        <p:nvPr/>
      </p:nvGrpSpPr>
      <p:grpSpPr>
        <a:xfrm>
          <a:off x="0" y="0"/>
          <a:ext cx="0" cy="0"/>
          <a:chOff x="0" y="0"/>
          <a:chExt cx="0" cy="0"/>
        </a:xfrm>
      </p:grpSpPr>
      <p:sp>
        <p:nvSpPr>
          <p:cNvPr id="47" name="Rectangle 6"/>
          <p:cNvSpPr/>
          <p:nvPr/>
        </p:nvSpPr>
        <p:spPr>
          <a:xfrm>
            <a:off x="-1" y="0"/>
            <a:ext cx="740979" cy="6858000"/>
          </a:xfrm>
          <a:prstGeom prst="rect">
            <a:avLst/>
          </a:prstGeom>
          <a:solidFill>
            <a:srgbClr val="000005"/>
          </a:solidFill>
          <a:ln w="12700">
            <a:miter lim="400000"/>
          </a:ln>
        </p:spPr>
        <p:txBody>
          <a:bodyPr lIns="45719" rIns="45719" anchor="ctr"/>
          <a:lstStyle/>
          <a:p>
            <a:pPr algn="ctr">
              <a:defRPr>
                <a:solidFill>
                  <a:srgbClr val="FFFFFF"/>
                </a:solidFill>
              </a:defRPr>
            </a:pPr>
          </a:p>
        </p:txBody>
      </p:sp>
      <p:sp>
        <p:nvSpPr>
          <p:cNvPr id="48" name="Slide Number"/>
          <p:cNvSpPr txBox="1"/>
          <p:nvPr>
            <p:ph type="sldNum" sz="quarter" idx="2"/>
          </p:nvPr>
        </p:nvSpPr>
        <p:spPr>
          <a:prstGeom prst="rect">
            <a:avLst/>
          </a:prstGeom>
        </p:spPr>
        <p:txBody>
          <a:bodyPr/>
          <a:lstStyle/>
          <a:p>
            <a:pPr/>
            <a:fld id="{86CB4B4D-7CA3-9044-876B-883B54F8677D}" type="slidenum"/>
          </a:p>
        </p:txBody>
      </p:sp>
      <p:sp>
        <p:nvSpPr>
          <p:cNvPr id="49" name="Oval 4"/>
          <p:cNvSpPr/>
          <p:nvPr/>
        </p:nvSpPr>
        <p:spPr>
          <a:xfrm>
            <a:off x="-394522" y="473748"/>
            <a:ext cx="229579" cy="229579"/>
          </a:xfrm>
          <a:prstGeom prst="ellipse">
            <a:avLst/>
          </a:prstGeom>
          <a:solidFill>
            <a:srgbClr val="FFFFFF"/>
          </a:solidFill>
          <a:ln w="6350">
            <a:solidFill>
              <a:srgbClr val="000005"/>
            </a:solidFill>
            <a:miter/>
          </a:ln>
        </p:spPr>
        <p:txBody>
          <a:bodyPr lIns="45719" rIns="45719" anchor="ctr"/>
          <a:lstStyle/>
          <a:p>
            <a:pPr algn="ctr">
              <a:defRPr>
                <a:solidFill>
                  <a:srgbClr val="FFFFFF"/>
                </a:solidFill>
              </a:defRPr>
            </a:pPr>
          </a:p>
        </p:txBody>
      </p:sp>
      <p:sp>
        <p:nvSpPr>
          <p:cNvPr id="50" name="Oval 5"/>
          <p:cNvSpPr/>
          <p:nvPr/>
        </p:nvSpPr>
        <p:spPr>
          <a:xfrm>
            <a:off x="-394522" y="783791"/>
            <a:ext cx="229579" cy="229579"/>
          </a:xfrm>
          <a:prstGeom prst="ellipse">
            <a:avLst/>
          </a:prstGeom>
          <a:solidFill>
            <a:srgbClr val="000005"/>
          </a:solidFill>
          <a:ln w="12700">
            <a:miter lim="400000"/>
          </a:ln>
        </p:spPr>
        <p:txBody>
          <a:bodyPr lIns="45719" rIns="45719" anchor="ctr"/>
          <a:lstStyle/>
          <a:p>
            <a:pPr algn="ctr">
              <a:defRPr>
                <a:solidFill>
                  <a:srgbClr val="FFFFFF"/>
                </a:solidFill>
              </a:defRPr>
            </a:pPr>
          </a:p>
        </p:txBody>
      </p:sp>
      <p:sp>
        <p:nvSpPr>
          <p:cNvPr id="51" name="Oval 7"/>
          <p:cNvSpPr/>
          <p:nvPr/>
        </p:nvSpPr>
        <p:spPr>
          <a:xfrm>
            <a:off x="-394522" y="1093833"/>
            <a:ext cx="229579" cy="229579"/>
          </a:xfrm>
          <a:prstGeom prst="ellipse">
            <a:avLst/>
          </a:prstGeom>
          <a:solidFill>
            <a:srgbClr val="ECE8E4"/>
          </a:solidFill>
          <a:ln w="6350">
            <a:solidFill>
              <a:srgbClr val="000005"/>
            </a:solidFill>
            <a:miter/>
          </a:ln>
        </p:spPr>
        <p:txBody>
          <a:bodyPr lIns="45719" rIns="45719" anchor="ctr"/>
          <a:lstStyle/>
          <a:p>
            <a:pPr algn="ctr">
              <a:defRPr>
                <a:solidFill>
                  <a:srgbClr val="FFFFFF"/>
                </a:solidFill>
              </a:defRPr>
            </a:pPr>
          </a:p>
        </p:txBody>
      </p:sp>
      <p:sp>
        <p:nvSpPr>
          <p:cNvPr id="52" name="Oval 10"/>
          <p:cNvSpPr/>
          <p:nvPr/>
        </p:nvSpPr>
        <p:spPr>
          <a:xfrm>
            <a:off x="-394522" y="1403874"/>
            <a:ext cx="229579" cy="229579"/>
          </a:xfrm>
          <a:prstGeom prst="ellipse">
            <a:avLst/>
          </a:prstGeom>
          <a:solidFill>
            <a:schemeClr val="accent1"/>
          </a:solidFill>
          <a:ln w="12700">
            <a:miter lim="400000"/>
          </a:ln>
        </p:spPr>
        <p:txBody>
          <a:bodyPr lIns="45719" rIns="45719" anchor="ctr"/>
          <a:lstStyle/>
          <a:p>
            <a:pPr algn="ctr">
              <a:defRPr>
                <a:solidFill>
                  <a:srgbClr val="FFFFFF"/>
                </a:solidFill>
              </a:defRPr>
            </a:pPr>
          </a:p>
        </p:txBody>
      </p:sp>
      <p:sp>
        <p:nvSpPr>
          <p:cNvPr id="53" name="Oval 11"/>
          <p:cNvSpPr/>
          <p:nvPr/>
        </p:nvSpPr>
        <p:spPr>
          <a:xfrm>
            <a:off x="-394522" y="2334000"/>
            <a:ext cx="229579" cy="229579"/>
          </a:xfrm>
          <a:prstGeom prst="ellipse">
            <a:avLst/>
          </a:prstGeom>
          <a:solidFill>
            <a:schemeClr val="accent2"/>
          </a:solidFill>
          <a:ln w="12700">
            <a:miter lim="400000"/>
          </a:ln>
        </p:spPr>
        <p:txBody>
          <a:bodyPr lIns="45719" rIns="45719" anchor="ctr"/>
          <a:lstStyle/>
          <a:p>
            <a:pPr algn="ctr">
              <a:defRPr>
                <a:solidFill>
                  <a:srgbClr val="FFFFFF"/>
                </a:solidFill>
              </a:defRPr>
            </a:pPr>
          </a:p>
        </p:txBody>
      </p:sp>
      <p:sp>
        <p:nvSpPr>
          <p:cNvPr id="54" name="Oval 12"/>
          <p:cNvSpPr/>
          <p:nvPr/>
        </p:nvSpPr>
        <p:spPr>
          <a:xfrm>
            <a:off x="-394522" y="1713917"/>
            <a:ext cx="229579" cy="229579"/>
          </a:xfrm>
          <a:prstGeom prst="ellipse">
            <a:avLst/>
          </a:prstGeom>
          <a:solidFill>
            <a:schemeClr val="accent4"/>
          </a:solidFill>
          <a:ln w="12700">
            <a:miter lim="400000"/>
          </a:ln>
        </p:spPr>
        <p:txBody>
          <a:bodyPr lIns="45719" rIns="45719" anchor="ctr"/>
          <a:lstStyle/>
          <a:p>
            <a:pPr algn="ctr">
              <a:defRPr>
                <a:solidFill>
                  <a:srgbClr val="FFFFFF"/>
                </a:solidFill>
              </a:defRPr>
            </a:pPr>
          </a:p>
        </p:txBody>
      </p:sp>
      <p:sp>
        <p:nvSpPr>
          <p:cNvPr id="55" name="Oval 13"/>
          <p:cNvSpPr/>
          <p:nvPr/>
        </p:nvSpPr>
        <p:spPr>
          <a:xfrm>
            <a:off x="-394522" y="2023959"/>
            <a:ext cx="229579" cy="229579"/>
          </a:xfrm>
          <a:prstGeom prst="ellipse">
            <a:avLst/>
          </a:prstGeom>
          <a:solidFill>
            <a:schemeClr val="accent3"/>
          </a:solidFill>
          <a:ln w="12700">
            <a:miter lim="400000"/>
          </a:ln>
        </p:spPr>
        <p:txBody>
          <a:bodyPr lIns="45719" rIns="45719" anchor="ctr"/>
          <a:lstStyle/>
          <a:p>
            <a:pPr algn="ctr">
              <a:defRPr>
                <a:solidFill>
                  <a:srgbClr val="FFFFFF"/>
                </a:solidFill>
              </a:defRPr>
            </a:pPr>
          </a:p>
        </p:txBody>
      </p:sp>
      <p:sp>
        <p:nvSpPr>
          <p:cNvPr id="56" name="Oval 14"/>
          <p:cNvSpPr/>
          <p:nvPr/>
        </p:nvSpPr>
        <p:spPr>
          <a:xfrm>
            <a:off x="-394522" y="2644043"/>
            <a:ext cx="229579" cy="229579"/>
          </a:xfrm>
          <a:prstGeom prst="ellipse">
            <a:avLst/>
          </a:prstGeom>
          <a:solidFill>
            <a:schemeClr val="accent6"/>
          </a:solidFill>
          <a:ln w="12700">
            <a:miter lim="400000"/>
          </a:ln>
        </p:spPr>
        <p:txBody>
          <a:bodyPr lIns="45719" rIns="45719" anchor="ctr"/>
          <a:lstStyle/>
          <a:p>
            <a:pPr algn="ctr">
              <a:defRPr>
                <a:solidFill>
                  <a:srgbClr val="FFFFFF"/>
                </a:solidFill>
              </a:defRPr>
            </a:pPr>
          </a:p>
        </p:txBody>
      </p:sp>
      <p:sp>
        <p:nvSpPr>
          <p:cNvPr id="57" name="Oval 15"/>
          <p:cNvSpPr/>
          <p:nvPr/>
        </p:nvSpPr>
        <p:spPr>
          <a:xfrm>
            <a:off x="-394522" y="3802924"/>
            <a:ext cx="230402" cy="230401"/>
          </a:xfrm>
          <a:prstGeom prst="ellipse">
            <a:avLst/>
          </a:prstGeom>
          <a:solidFill>
            <a:srgbClr val="3F68AD"/>
          </a:solidFill>
          <a:ln w="12700">
            <a:miter lim="400000"/>
          </a:ln>
        </p:spPr>
        <p:txBody>
          <a:bodyPr lIns="45719" rIns="45719" anchor="ctr"/>
          <a:lstStyle/>
          <a:p>
            <a:pPr algn="ctr">
              <a:defRPr>
                <a:solidFill>
                  <a:srgbClr val="FFFFFF"/>
                </a:solidFill>
              </a:defRPr>
            </a:pPr>
          </a:p>
        </p:txBody>
      </p:sp>
      <p:sp>
        <p:nvSpPr>
          <p:cNvPr id="58" name="Oval 16"/>
          <p:cNvSpPr/>
          <p:nvPr/>
        </p:nvSpPr>
        <p:spPr>
          <a:xfrm>
            <a:off x="-394522" y="4113789"/>
            <a:ext cx="230402" cy="230401"/>
          </a:xfrm>
          <a:prstGeom prst="ellipse">
            <a:avLst/>
          </a:prstGeom>
          <a:solidFill>
            <a:srgbClr val="44B5C4"/>
          </a:solidFill>
          <a:ln w="12700">
            <a:miter lim="400000"/>
          </a:ln>
        </p:spPr>
        <p:txBody>
          <a:bodyPr lIns="45719" rIns="45719" anchor="ctr"/>
          <a:lstStyle/>
          <a:p>
            <a:pPr algn="ctr">
              <a:defRPr>
                <a:solidFill>
                  <a:srgbClr val="FFFFFF"/>
                </a:solidFill>
              </a:defRPr>
            </a:pPr>
          </a:p>
        </p:txBody>
      </p:sp>
      <p:sp>
        <p:nvSpPr>
          <p:cNvPr id="59" name="Oval 17"/>
          <p:cNvSpPr/>
          <p:nvPr/>
        </p:nvSpPr>
        <p:spPr>
          <a:xfrm>
            <a:off x="-394522" y="4424655"/>
            <a:ext cx="230402" cy="230401"/>
          </a:xfrm>
          <a:prstGeom prst="ellipse">
            <a:avLst/>
          </a:prstGeom>
          <a:solidFill>
            <a:srgbClr val="44D6A3"/>
          </a:solidFill>
          <a:ln w="12700">
            <a:miter lim="400000"/>
          </a:ln>
        </p:spPr>
        <p:txBody>
          <a:bodyPr lIns="45719" rIns="45719" anchor="ctr"/>
          <a:lstStyle/>
          <a:p>
            <a:pPr algn="ctr">
              <a:defRPr>
                <a:solidFill>
                  <a:srgbClr val="FFFFFF"/>
                </a:solidFill>
              </a:defRPr>
            </a:pPr>
          </a:p>
        </p:txBody>
      </p:sp>
      <p:sp>
        <p:nvSpPr>
          <p:cNvPr id="60" name="Oval 18"/>
          <p:cNvSpPr/>
          <p:nvPr/>
        </p:nvSpPr>
        <p:spPr>
          <a:xfrm>
            <a:off x="-394522" y="4735519"/>
            <a:ext cx="230402" cy="230401"/>
          </a:xfrm>
          <a:prstGeom prst="ellipse">
            <a:avLst/>
          </a:prstGeom>
          <a:solidFill>
            <a:srgbClr val="7FDD7C"/>
          </a:solidFill>
          <a:ln w="12700">
            <a:miter lim="400000"/>
          </a:ln>
        </p:spPr>
        <p:txBody>
          <a:bodyPr lIns="45719" rIns="45719" anchor="ctr"/>
          <a:lstStyle/>
          <a:p>
            <a:pPr algn="ctr">
              <a:defRPr>
                <a:solidFill>
                  <a:srgbClr val="FFFFFF"/>
                </a:solidFill>
              </a:defRPr>
            </a:pPr>
          </a:p>
        </p:txBody>
      </p:sp>
      <p:sp>
        <p:nvSpPr>
          <p:cNvPr id="61" name="Oval 19"/>
          <p:cNvSpPr/>
          <p:nvPr/>
        </p:nvSpPr>
        <p:spPr>
          <a:xfrm>
            <a:off x="-394522" y="5046384"/>
            <a:ext cx="230402" cy="230402"/>
          </a:xfrm>
          <a:prstGeom prst="ellipse">
            <a:avLst/>
          </a:prstGeom>
          <a:solidFill>
            <a:srgbClr val="EACC77"/>
          </a:solidFill>
          <a:ln w="12700">
            <a:miter lim="400000"/>
          </a:ln>
        </p:spPr>
        <p:txBody>
          <a:bodyPr lIns="45719" rIns="45719" anchor="ctr"/>
          <a:lstStyle/>
          <a:p>
            <a:pPr algn="ctr">
              <a:defRPr>
                <a:solidFill>
                  <a:srgbClr val="FFFFFF"/>
                </a:solidFill>
              </a:defRPr>
            </a:pPr>
          </a:p>
        </p:txBody>
      </p:sp>
      <p:sp>
        <p:nvSpPr>
          <p:cNvPr id="62" name="Oval 20"/>
          <p:cNvSpPr/>
          <p:nvPr/>
        </p:nvSpPr>
        <p:spPr>
          <a:xfrm>
            <a:off x="-394522" y="5357250"/>
            <a:ext cx="230402" cy="230401"/>
          </a:xfrm>
          <a:prstGeom prst="ellipse">
            <a:avLst/>
          </a:prstGeom>
          <a:solidFill>
            <a:srgbClr val="EF9B47"/>
          </a:solidFill>
          <a:ln w="12700">
            <a:miter lim="400000"/>
          </a:ln>
        </p:spPr>
        <p:txBody>
          <a:bodyPr lIns="45719" rIns="45719" anchor="ctr"/>
          <a:lstStyle/>
          <a:p>
            <a:pPr algn="ctr">
              <a:defRPr>
                <a:solidFill>
                  <a:srgbClr val="FFFFFF"/>
                </a:solidFill>
              </a:defRPr>
            </a:pPr>
          </a:p>
        </p:txBody>
      </p:sp>
      <p:sp>
        <p:nvSpPr>
          <p:cNvPr id="63" name="Oval 21"/>
          <p:cNvSpPr/>
          <p:nvPr/>
        </p:nvSpPr>
        <p:spPr>
          <a:xfrm>
            <a:off x="-394522" y="5668114"/>
            <a:ext cx="230402" cy="230401"/>
          </a:xfrm>
          <a:prstGeom prst="ellipse">
            <a:avLst/>
          </a:prstGeom>
          <a:solidFill>
            <a:srgbClr val="EF6347"/>
          </a:solidFill>
          <a:ln w="12700">
            <a:miter lim="400000"/>
          </a:ln>
        </p:spPr>
        <p:txBody>
          <a:bodyPr lIns="45719" rIns="45719" anchor="ctr"/>
          <a:lstStyle/>
          <a:p>
            <a:pPr algn="ctr">
              <a:defRPr>
                <a:solidFill>
                  <a:srgbClr val="FFFFFF"/>
                </a:solidFill>
              </a:defRPr>
            </a:pPr>
          </a:p>
        </p:txBody>
      </p:sp>
      <p:sp>
        <p:nvSpPr>
          <p:cNvPr id="64" name="Oval 22"/>
          <p:cNvSpPr/>
          <p:nvPr/>
        </p:nvSpPr>
        <p:spPr>
          <a:xfrm>
            <a:off x="-394522" y="5978980"/>
            <a:ext cx="230402" cy="230401"/>
          </a:xfrm>
          <a:prstGeom prst="ellipse">
            <a:avLst/>
          </a:prstGeom>
          <a:solidFill>
            <a:srgbClr val="C96377"/>
          </a:solidFill>
          <a:ln w="12700">
            <a:miter lim="400000"/>
          </a:ln>
        </p:spPr>
        <p:txBody>
          <a:bodyPr lIns="45719" rIns="45719" anchor="ctr"/>
          <a:lstStyle/>
          <a:p>
            <a:pPr algn="ctr">
              <a:defRPr>
                <a:solidFill>
                  <a:srgbClr val="FFFFFF"/>
                </a:solidFill>
              </a:defRPr>
            </a:pPr>
          </a:p>
        </p:txBody>
      </p:sp>
      <p:sp>
        <p:nvSpPr>
          <p:cNvPr id="65" name="Oval 23"/>
          <p:cNvSpPr/>
          <p:nvPr/>
        </p:nvSpPr>
        <p:spPr>
          <a:xfrm>
            <a:off x="-394522" y="6289840"/>
            <a:ext cx="230402" cy="230401"/>
          </a:xfrm>
          <a:prstGeom prst="ellipse">
            <a:avLst/>
          </a:prstGeom>
          <a:solidFill>
            <a:srgbClr val="8E72BF"/>
          </a:solidFill>
          <a:ln w="12700">
            <a:miter lim="400000"/>
          </a:ln>
        </p:spPr>
        <p:txBody>
          <a:bodyPr lIns="45719" rIns="45719" anchor="ctr"/>
          <a:lstStyle/>
          <a:p>
            <a:pPr algn="ctr">
              <a:defRPr>
                <a:solidFill>
                  <a:srgbClr val="FFFFFF"/>
                </a:solidFill>
              </a:defRPr>
            </a:pPr>
          </a:p>
        </p:txBody>
      </p:sp>
      <p:sp>
        <p:nvSpPr>
          <p:cNvPr id="66" name="Freeform 5"/>
          <p:cNvSpPr/>
          <p:nvPr/>
        </p:nvSpPr>
        <p:spPr>
          <a:xfrm>
            <a:off x="1206500" y="6209379"/>
            <a:ext cx="1422400" cy="360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263" y="6967"/>
                </a:moveTo>
                <a:lnTo>
                  <a:pt x="7928" y="6967"/>
                </a:lnTo>
                <a:lnTo>
                  <a:pt x="7920" y="7033"/>
                </a:lnTo>
                <a:lnTo>
                  <a:pt x="7886" y="7567"/>
                </a:lnTo>
                <a:lnTo>
                  <a:pt x="7878" y="7600"/>
                </a:lnTo>
                <a:lnTo>
                  <a:pt x="7867" y="7622"/>
                </a:lnTo>
                <a:lnTo>
                  <a:pt x="7858" y="7622"/>
                </a:lnTo>
                <a:lnTo>
                  <a:pt x="7844" y="7578"/>
                </a:lnTo>
                <a:lnTo>
                  <a:pt x="7799" y="7433"/>
                </a:lnTo>
                <a:lnTo>
                  <a:pt x="7751" y="7300"/>
                </a:lnTo>
                <a:lnTo>
                  <a:pt x="7689" y="7167"/>
                </a:lnTo>
                <a:lnTo>
                  <a:pt x="7625" y="7044"/>
                </a:lnTo>
                <a:lnTo>
                  <a:pt x="7557" y="6956"/>
                </a:lnTo>
                <a:lnTo>
                  <a:pt x="7484" y="6878"/>
                </a:lnTo>
                <a:lnTo>
                  <a:pt x="7414" y="6833"/>
                </a:lnTo>
                <a:lnTo>
                  <a:pt x="7341" y="6822"/>
                </a:lnTo>
                <a:lnTo>
                  <a:pt x="7242" y="6833"/>
                </a:lnTo>
                <a:lnTo>
                  <a:pt x="7147" y="6889"/>
                </a:lnTo>
                <a:lnTo>
                  <a:pt x="7059" y="6967"/>
                </a:lnTo>
                <a:lnTo>
                  <a:pt x="6978" y="7100"/>
                </a:lnTo>
                <a:lnTo>
                  <a:pt x="6899" y="7256"/>
                </a:lnTo>
                <a:lnTo>
                  <a:pt x="6829" y="7433"/>
                </a:lnTo>
                <a:lnTo>
                  <a:pt x="6761" y="7644"/>
                </a:lnTo>
                <a:lnTo>
                  <a:pt x="6702" y="7889"/>
                </a:lnTo>
                <a:lnTo>
                  <a:pt x="6649" y="8156"/>
                </a:lnTo>
                <a:lnTo>
                  <a:pt x="6601" y="8456"/>
                </a:lnTo>
                <a:lnTo>
                  <a:pt x="6562" y="8767"/>
                </a:lnTo>
                <a:lnTo>
                  <a:pt x="6528" y="9111"/>
                </a:lnTo>
                <a:lnTo>
                  <a:pt x="6500" y="9478"/>
                </a:lnTo>
                <a:lnTo>
                  <a:pt x="6480" y="9878"/>
                </a:lnTo>
                <a:lnTo>
                  <a:pt x="6472" y="10278"/>
                </a:lnTo>
                <a:lnTo>
                  <a:pt x="6466" y="10700"/>
                </a:lnTo>
                <a:lnTo>
                  <a:pt x="6472" y="11111"/>
                </a:lnTo>
                <a:lnTo>
                  <a:pt x="6486" y="11511"/>
                </a:lnTo>
                <a:lnTo>
                  <a:pt x="6505" y="11900"/>
                </a:lnTo>
                <a:lnTo>
                  <a:pt x="6528" y="12256"/>
                </a:lnTo>
                <a:lnTo>
                  <a:pt x="6567" y="12600"/>
                </a:lnTo>
                <a:lnTo>
                  <a:pt x="6607" y="12933"/>
                </a:lnTo>
                <a:lnTo>
                  <a:pt x="6654" y="13211"/>
                </a:lnTo>
                <a:lnTo>
                  <a:pt x="6708" y="13500"/>
                </a:lnTo>
                <a:lnTo>
                  <a:pt x="6770" y="13733"/>
                </a:lnTo>
                <a:lnTo>
                  <a:pt x="6837" y="13944"/>
                </a:lnTo>
                <a:lnTo>
                  <a:pt x="6905" y="14133"/>
                </a:lnTo>
                <a:lnTo>
                  <a:pt x="6983" y="14289"/>
                </a:lnTo>
                <a:lnTo>
                  <a:pt x="7065" y="14400"/>
                </a:lnTo>
                <a:lnTo>
                  <a:pt x="7152" y="14500"/>
                </a:lnTo>
                <a:lnTo>
                  <a:pt x="7242" y="14556"/>
                </a:lnTo>
                <a:lnTo>
                  <a:pt x="7341" y="14567"/>
                </a:lnTo>
                <a:lnTo>
                  <a:pt x="7397" y="14556"/>
                </a:lnTo>
                <a:lnTo>
                  <a:pt x="7450" y="14533"/>
                </a:lnTo>
                <a:lnTo>
                  <a:pt x="7501" y="14500"/>
                </a:lnTo>
                <a:lnTo>
                  <a:pt x="7549" y="14456"/>
                </a:lnTo>
                <a:lnTo>
                  <a:pt x="7636" y="14344"/>
                </a:lnTo>
                <a:lnTo>
                  <a:pt x="7706" y="14211"/>
                </a:lnTo>
                <a:lnTo>
                  <a:pt x="7765" y="14078"/>
                </a:lnTo>
                <a:lnTo>
                  <a:pt x="7807" y="13944"/>
                </a:lnTo>
                <a:lnTo>
                  <a:pt x="7853" y="13789"/>
                </a:lnTo>
                <a:lnTo>
                  <a:pt x="7861" y="13767"/>
                </a:lnTo>
                <a:lnTo>
                  <a:pt x="7872" y="13767"/>
                </a:lnTo>
                <a:lnTo>
                  <a:pt x="7881" y="13811"/>
                </a:lnTo>
                <a:lnTo>
                  <a:pt x="7886" y="13822"/>
                </a:lnTo>
                <a:lnTo>
                  <a:pt x="7886" y="17300"/>
                </a:lnTo>
                <a:lnTo>
                  <a:pt x="7892" y="17322"/>
                </a:lnTo>
                <a:lnTo>
                  <a:pt x="7895" y="17344"/>
                </a:lnTo>
                <a:lnTo>
                  <a:pt x="8272" y="17344"/>
                </a:lnTo>
                <a:lnTo>
                  <a:pt x="8283" y="17300"/>
                </a:lnTo>
                <a:lnTo>
                  <a:pt x="8283" y="7011"/>
                </a:lnTo>
                <a:lnTo>
                  <a:pt x="8272" y="6967"/>
                </a:lnTo>
                <a:lnTo>
                  <a:pt x="8263" y="6967"/>
                </a:lnTo>
                <a:close/>
                <a:moveTo>
                  <a:pt x="7394" y="13122"/>
                </a:moveTo>
                <a:lnTo>
                  <a:pt x="7335" y="13122"/>
                </a:lnTo>
                <a:lnTo>
                  <a:pt x="7276" y="13078"/>
                </a:lnTo>
                <a:lnTo>
                  <a:pt x="7220" y="13022"/>
                </a:lnTo>
                <a:lnTo>
                  <a:pt x="7172" y="12944"/>
                </a:lnTo>
                <a:lnTo>
                  <a:pt x="7124" y="12856"/>
                </a:lnTo>
                <a:lnTo>
                  <a:pt x="7079" y="12733"/>
                </a:lnTo>
                <a:lnTo>
                  <a:pt x="7040" y="12600"/>
                </a:lnTo>
                <a:lnTo>
                  <a:pt x="7006" y="12456"/>
                </a:lnTo>
                <a:lnTo>
                  <a:pt x="6972" y="12278"/>
                </a:lnTo>
                <a:lnTo>
                  <a:pt x="6950" y="12089"/>
                </a:lnTo>
                <a:lnTo>
                  <a:pt x="6924" y="11900"/>
                </a:lnTo>
                <a:lnTo>
                  <a:pt x="6905" y="11667"/>
                </a:lnTo>
                <a:lnTo>
                  <a:pt x="6891" y="11444"/>
                </a:lnTo>
                <a:lnTo>
                  <a:pt x="6877" y="11211"/>
                </a:lnTo>
                <a:lnTo>
                  <a:pt x="6871" y="10967"/>
                </a:lnTo>
                <a:lnTo>
                  <a:pt x="6871" y="10422"/>
                </a:lnTo>
                <a:lnTo>
                  <a:pt x="6877" y="10178"/>
                </a:lnTo>
                <a:lnTo>
                  <a:pt x="6891" y="9933"/>
                </a:lnTo>
                <a:lnTo>
                  <a:pt x="6905" y="9700"/>
                </a:lnTo>
                <a:lnTo>
                  <a:pt x="6924" y="9489"/>
                </a:lnTo>
                <a:lnTo>
                  <a:pt x="6950" y="9278"/>
                </a:lnTo>
                <a:lnTo>
                  <a:pt x="6972" y="9111"/>
                </a:lnTo>
                <a:lnTo>
                  <a:pt x="7006" y="8933"/>
                </a:lnTo>
                <a:lnTo>
                  <a:pt x="7040" y="8789"/>
                </a:lnTo>
                <a:lnTo>
                  <a:pt x="7079" y="8633"/>
                </a:lnTo>
                <a:lnTo>
                  <a:pt x="7124" y="8522"/>
                </a:lnTo>
                <a:lnTo>
                  <a:pt x="7172" y="8422"/>
                </a:lnTo>
                <a:lnTo>
                  <a:pt x="7220" y="8344"/>
                </a:lnTo>
                <a:lnTo>
                  <a:pt x="7276" y="8289"/>
                </a:lnTo>
                <a:lnTo>
                  <a:pt x="7335" y="8256"/>
                </a:lnTo>
                <a:lnTo>
                  <a:pt x="7450" y="8256"/>
                </a:lnTo>
                <a:lnTo>
                  <a:pt x="7509" y="8289"/>
                </a:lnTo>
                <a:lnTo>
                  <a:pt x="7557" y="8344"/>
                </a:lnTo>
                <a:lnTo>
                  <a:pt x="7605" y="8422"/>
                </a:lnTo>
                <a:lnTo>
                  <a:pt x="7650" y="8522"/>
                </a:lnTo>
                <a:lnTo>
                  <a:pt x="7689" y="8633"/>
                </a:lnTo>
                <a:lnTo>
                  <a:pt x="7726" y="8789"/>
                </a:lnTo>
                <a:lnTo>
                  <a:pt x="7760" y="8933"/>
                </a:lnTo>
                <a:lnTo>
                  <a:pt x="7791" y="9111"/>
                </a:lnTo>
                <a:lnTo>
                  <a:pt x="7813" y="9278"/>
                </a:lnTo>
                <a:lnTo>
                  <a:pt x="7833" y="9489"/>
                </a:lnTo>
                <a:lnTo>
                  <a:pt x="7853" y="9700"/>
                </a:lnTo>
                <a:lnTo>
                  <a:pt x="7867" y="9933"/>
                </a:lnTo>
                <a:lnTo>
                  <a:pt x="7878" y="10178"/>
                </a:lnTo>
                <a:lnTo>
                  <a:pt x="7881" y="10422"/>
                </a:lnTo>
                <a:lnTo>
                  <a:pt x="7886" y="10700"/>
                </a:lnTo>
                <a:lnTo>
                  <a:pt x="7881" y="10967"/>
                </a:lnTo>
                <a:lnTo>
                  <a:pt x="7878" y="11233"/>
                </a:lnTo>
                <a:lnTo>
                  <a:pt x="7867" y="11478"/>
                </a:lnTo>
                <a:lnTo>
                  <a:pt x="7853" y="11711"/>
                </a:lnTo>
                <a:lnTo>
                  <a:pt x="7833" y="11922"/>
                </a:lnTo>
                <a:lnTo>
                  <a:pt x="7813" y="12122"/>
                </a:lnTo>
                <a:lnTo>
                  <a:pt x="7791" y="12300"/>
                </a:lnTo>
                <a:lnTo>
                  <a:pt x="7760" y="12467"/>
                </a:lnTo>
                <a:lnTo>
                  <a:pt x="7726" y="12622"/>
                </a:lnTo>
                <a:lnTo>
                  <a:pt x="7689" y="12756"/>
                </a:lnTo>
                <a:lnTo>
                  <a:pt x="7650" y="12867"/>
                </a:lnTo>
                <a:lnTo>
                  <a:pt x="7605" y="12944"/>
                </a:lnTo>
                <a:lnTo>
                  <a:pt x="7557" y="13022"/>
                </a:lnTo>
                <a:lnTo>
                  <a:pt x="7509" y="13078"/>
                </a:lnTo>
                <a:lnTo>
                  <a:pt x="7450" y="13122"/>
                </a:lnTo>
                <a:lnTo>
                  <a:pt x="7394" y="13122"/>
                </a:lnTo>
                <a:close/>
                <a:moveTo>
                  <a:pt x="10260" y="6967"/>
                </a:moveTo>
                <a:lnTo>
                  <a:pt x="9892" y="6967"/>
                </a:lnTo>
                <a:lnTo>
                  <a:pt x="9886" y="6989"/>
                </a:lnTo>
                <a:lnTo>
                  <a:pt x="9883" y="7011"/>
                </a:lnTo>
                <a:lnTo>
                  <a:pt x="9883" y="11156"/>
                </a:lnTo>
                <a:lnTo>
                  <a:pt x="9872" y="11533"/>
                </a:lnTo>
                <a:lnTo>
                  <a:pt x="9863" y="11711"/>
                </a:lnTo>
                <a:lnTo>
                  <a:pt x="9852" y="11878"/>
                </a:lnTo>
                <a:lnTo>
                  <a:pt x="9838" y="12056"/>
                </a:lnTo>
                <a:lnTo>
                  <a:pt x="9818" y="12222"/>
                </a:lnTo>
                <a:lnTo>
                  <a:pt x="9796" y="12378"/>
                </a:lnTo>
                <a:lnTo>
                  <a:pt x="9765" y="12511"/>
                </a:lnTo>
                <a:lnTo>
                  <a:pt x="9737" y="12644"/>
                </a:lnTo>
                <a:lnTo>
                  <a:pt x="9703" y="12778"/>
                </a:lnTo>
                <a:lnTo>
                  <a:pt x="9669" y="12867"/>
                </a:lnTo>
                <a:lnTo>
                  <a:pt x="9624" y="12967"/>
                </a:lnTo>
                <a:lnTo>
                  <a:pt x="9582" y="13022"/>
                </a:lnTo>
                <a:lnTo>
                  <a:pt x="9534" y="13078"/>
                </a:lnTo>
                <a:lnTo>
                  <a:pt x="9487" y="13122"/>
                </a:lnTo>
                <a:lnTo>
                  <a:pt x="9368" y="13122"/>
                </a:lnTo>
                <a:lnTo>
                  <a:pt x="9312" y="13078"/>
                </a:lnTo>
                <a:lnTo>
                  <a:pt x="9264" y="13022"/>
                </a:lnTo>
                <a:lnTo>
                  <a:pt x="9219" y="12944"/>
                </a:lnTo>
                <a:lnTo>
                  <a:pt x="9177" y="12856"/>
                </a:lnTo>
                <a:lnTo>
                  <a:pt x="9138" y="12733"/>
                </a:lnTo>
                <a:lnTo>
                  <a:pt x="9104" y="12622"/>
                </a:lnTo>
                <a:lnTo>
                  <a:pt x="9076" y="12467"/>
                </a:lnTo>
                <a:lnTo>
                  <a:pt x="9051" y="12322"/>
                </a:lnTo>
                <a:lnTo>
                  <a:pt x="9031" y="12167"/>
                </a:lnTo>
                <a:lnTo>
                  <a:pt x="9011" y="11989"/>
                </a:lnTo>
                <a:lnTo>
                  <a:pt x="8997" y="11822"/>
                </a:lnTo>
                <a:lnTo>
                  <a:pt x="8989" y="11633"/>
                </a:lnTo>
                <a:lnTo>
                  <a:pt x="8977" y="11456"/>
                </a:lnTo>
                <a:lnTo>
                  <a:pt x="8975" y="11267"/>
                </a:lnTo>
                <a:lnTo>
                  <a:pt x="8975" y="7011"/>
                </a:lnTo>
                <a:lnTo>
                  <a:pt x="8963" y="6967"/>
                </a:lnTo>
                <a:lnTo>
                  <a:pt x="8581" y="6967"/>
                </a:lnTo>
                <a:lnTo>
                  <a:pt x="8578" y="6989"/>
                </a:lnTo>
                <a:lnTo>
                  <a:pt x="8573" y="7011"/>
                </a:lnTo>
                <a:lnTo>
                  <a:pt x="8573" y="11422"/>
                </a:lnTo>
                <a:lnTo>
                  <a:pt x="8581" y="11767"/>
                </a:lnTo>
                <a:lnTo>
                  <a:pt x="8598" y="12089"/>
                </a:lnTo>
                <a:lnTo>
                  <a:pt x="8615" y="12411"/>
                </a:lnTo>
                <a:lnTo>
                  <a:pt x="8646" y="12722"/>
                </a:lnTo>
                <a:lnTo>
                  <a:pt x="8674" y="13011"/>
                </a:lnTo>
                <a:lnTo>
                  <a:pt x="8716" y="13278"/>
                </a:lnTo>
                <a:lnTo>
                  <a:pt x="8761" y="13522"/>
                </a:lnTo>
                <a:lnTo>
                  <a:pt x="8814" y="13756"/>
                </a:lnTo>
                <a:lnTo>
                  <a:pt x="8871" y="13956"/>
                </a:lnTo>
                <a:lnTo>
                  <a:pt x="8935" y="14133"/>
                </a:lnTo>
                <a:lnTo>
                  <a:pt x="9011" y="14289"/>
                </a:lnTo>
                <a:lnTo>
                  <a:pt x="9090" y="14400"/>
                </a:lnTo>
                <a:lnTo>
                  <a:pt x="9177" y="14500"/>
                </a:lnTo>
                <a:lnTo>
                  <a:pt x="9273" y="14556"/>
                </a:lnTo>
                <a:lnTo>
                  <a:pt x="9374" y="14567"/>
                </a:lnTo>
                <a:lnTo>
                  <a:pt x="9447" y="14556"/>
                </a:lnTo>
                <a:lnTo>
                  <a:pt x="9520" y="14500"/>
                </a:lnTo>
                <a:lnTo>
                  <a:pt x="9588" y="14422"/>
                </a:lnTo>
                <a:lnTo>
                  <a:pt x="9655" y="14322"/>
                </a:lnTo>
                <a:lnTo>
                  <a:pt x="9712" y="14211"/>
                </a:lnTo>
                <a:lnTo>
                  <a:pt x="9762" y="14056"/>
                </a:lnTo>
                <a:lnTo>
                  <a:pt x="9804" y="13922"/>
                </a:lnTo>
                <a:lnTo>
                  <a:pt x="9838" y="13767"/>
                </a:lnTo>
                <a:lnTo>
                  <a:pt x="9849" y="13756"/>
                </a:lnTo>
                <a:lnTo>
                  <a:pt x="9863" y="13733"/>
                </a:lnTo>
                <a:lnTo>
                  <a:pt x="9872" y="13756"/>
                </a:lnTo>
                <a:lnTo>
                  <a:pt x="9883" y="13789"/>
                </a:lnTo>
                <a:lnTo>
                  <a:pt x="9917" y="14344"/>
                </a:lnTo>
                <a:lnTo>
                  <a:pt x="9925" y="14400"/>
                </a:lnTo>
                <a:lnTo>
                  <a:pt x="9934" y="14422"/>
                </a:lnTo>
                <a:lnTo>
                  <a:pt x="10268" y="14422"/>
                </a:lnTo>
                <a:lnTo>
                  <a:pt x="10274" y="14400"/>
                </a:lnTo>
                <a:lnTo>
                  <a:pt x="10277" y="14378"/>
                </a:lnTo>
                <a:lnTo>
                  <a:pt x="10277" y="7011"/>
                </a:lnTo>
                <a:lnTo>
                  <a:pt x="10274" y="6989"/>
                </a:lnTo>
                <a:lnTo>
                  <a:pt x="10268" y="6967"/>
                </a:lnTo>
                <a:lnTo>
                  <a:pt x="10260" y="6967"/>
                </a:lnTo>
                <a:close/>
                <a:moveTo>
                  <a:pt x="12490" y="13067"/>
                </a:moveTo>
                <a:lnTo>
                  <a:pt x="12381" y="13067"/>
                </a:lnTo>
                <a:lnTo>
                  <a:pt x="12355" y="13022"/>
                </a:lnTo>
                <a:lnTo>
                  <a:pt x="12333" y="12989"/>
                </a:lnTo>
                <a:lnTo>
                  <a:pt x="12313" y="12933"/>
                </a:lnTo>
                <a:lnTo>
                  <a:pt x="12299" y="12856"/>
                </a:lnTo>
                <a:lnTo>
                  <a:pt x="12288" y="12756"/>
                </a:lnTo>
                <a:lnTo>
                  <a:pt x="12282" y="12678"/>
                </a:lnTo>
                <a:lnTo>
                  <a:pt x="12279" y="12589"/>
                </a:lnTo>
                <a:lnTo>
                  <a:pt x="12279" y="9544"/>
                </a:lnTo>
                <a:lnTo>
                  <a:pt x="12274" y="9222"/>
                </a:lnTo>
                <a:lnTo>
                  <a:pt x="12265" y="8922"/>
                </a:lnTo>
                <a:lnTo>
                  <a:pt x="12246" y="8633"/>
                </a:lnTo>
                <a:lnTo>
                  <a:pt x="12220" y="8367"/>
                </a:lnTo>
                <a:lnTo>
                  <a:pt x="12187" y="8122"/>
                </a:lnTo>
                <a:lnTo>
                  <a:pt x="12147" y="7889"/>
                </a:lnTo>
                <a:lnTo>
                  <a:pt x="12105" y="7678"/>
                </a:lnTo>
                <a:lnTo>
                  <a:pt x="12057" y="7511"/>
                </a:lnTo>
                <a:lnTo>
                  <a:pt x="11998" y="7333"/>
                </a:lnTo>
                <a:lnTo>
                  <a:pt x="11936" y="7200"/>
                </a:lnTo>
                <a:lnTo>
                  <a:pt x="11863" y="7089"/>
                </a:lnTo>
                <a:lnTo>
                  <a:pt x="11790" y="6989"/>
                </a:lnTo>
                <a:lnTo>
                  <a:pt x="11714" y="6911"/>
                </a:lnTo>
                <a:lnTo>
                  <a:pt x="11627" y="6856"/>
                </a:lnTo>
                <a:lnTo>
                  <a:pt x="11540" y="6822"/>
                </a:lnTo>
                <a:lnTo>
                  <a:pt x="11360" y="6822"/>
                </a:lnTo>
                <a:lnTo>
                  <a:pt x="11284" y="6856"/>
                </a:lnTo>
                <a:lnTo>
                  <a:pt x="11205" y="6911"/>
                </a:lnTo>
                <a:lnTo>
                  <a:pt x="11135" y="6967"/>
                </a:lnTo>
                <a:lnTo>
                  <a:pt x="11062" y="7067"/>
                </a:lnTo>
                <a:lnTo>
                  <a:pt x="10994" y="7178"/>
                </a:lnTo>
                <a:lnTo>
                  <a:pt x="10929" y="7311"/>
                </a:lnTo>
                <a:lnTo>
                  <a:pt x="10873" y="7467"/>
                </a:lnTo>
                <a:lnTo>
                  <a:pt x="10814" y="7644"/>
                </a:lnTo>
                <a:lnTo>
                  <a:pt x="10766" y="7833"/>
                </a:lnTo>
                <a:lnTo>
                  <a:pt x="10727" y="8044"/>
                </a:lnTo>
                <a:lnTo>
                  <a:pt x="10687" y="8267"/>
                </a:lnTo>
                <a:lnTo>
                  <a:pt x="10659" y="8522"/>
                </a:lnTo>
                <a:lnTo>
                  <a:pt x="10640" y="8800"/>
                </a:lnTo>
                <a:lnTo>
                  <a:pt x="10626" y="9089"/>
                </a:lnTo>
                <a:lnTo>
                  <a:pt x="10620" y="9411"/>
                </a:lnTo>
                <a:lnTo>
                  <a:pt x="10626" y="9433"/>
                </a:lnTo>
                <a:lnTo>
                  <a:pt x="10626" y="9456"/>
                </a:lnTo>
                <a:lnTo>
                  <a:pt x="10637" y="9478"/>
                </a:lnTo>
                <a:lnTo>
                  <a:pt x="10640" y="9489"/>
                </a:lnTo>
                <a:lnTo>
                  <a:pt x="11002" y="9489"/>
                </a:lnTo>
                <a:lnTo>
                  <a:pt x="11014" y="9478"/>
                </a:lnTo>
                <a:lnTo>
                  <a:pt x="11017" y="9456"/>
                </a:lnTo>
                <a:lnTo>
                  <a:pt x="11022" y="9433"/>
                </a:lnTo>
                <a:lnTo>
                  <a:pt x="11022" y="9411"/>
                </a:lnTo>
                <a:lnTo>
                  <a:pt x="11028" y="9189"/>
                </a:lnTo>
                <a:lnTo>
                  <a:pt x="11036" y="9067"/>
                </a:lnTo>
                <a:lnTo>
                  <a:pt x="11062" y="8867"/>
                </a:lnTo>
                <a:lnTo>
                  <a:pt x="11076" y="8767"/>
                </a:lnTo>
                <a:lnTo>
                  <a:pt x="11095" y="8689"/>
                </a:lnTo>
                <a:lnTo>
                  <a:pt x="11118" y="8589"/>
                </a:lnTo>
                <a:lnTo>
                  <a:pt x="11149" y="8522"/>
                </a:lnTo>
                <a:lnTo>
                  <a:pt x="11177" y="8456"/>
                </a:lnTo>
                <a:lnTo>
                  <a:pt x="11211" y="8400"/>
                </a:lnTo>
                <a:lnTo>
                  <a:pt x="11250" y="8344"/>
                </a:lnTo>
                <a:lnTo>
                  <a:pt x="11292" y="8311"/>
                </a:lnTo>
                <a:lnTo>
                  <a:pt x="11337" y="8289"/>
                </a:lnTo>
                <a:lnTo>
                  <a:pt x="11391" y="8267"/>
                </a:lnTo>
                <a:lnTo>
                  <a:pt x="11444" y="8256"/>
                </a:lnTo>
                <a:lnTo>
                  <a:pt x="11514" y="8267"/>
                </a:lnTo>
                <a:lnTo>
                  <a:pt x="11579" y="8289"/>
                </a:lnTo>
                <a:lnTo>
                  <a:pt x="11632" y="8322"/>
                </a:lnTo>
                <a:lnTo>
                  <a:pt x="11680" y="8389"/>
                </a:lnTo>
                <a:lnTo>
                  <a:pt x="11722" y="8444"/>
                </a:lnTo>
                <a:lnTo>
                  <a:pt x="11756" y="8522"/>
                </a:lnTo>
                <a:lnTo>
                  <a:pt x="11784" y="8611"/>
                </a:lnTo>
                <a:lnTo>
                  <a:pt x="11815" y="8711"/>
                </a:lnTo>
                <a:lnTo>
                  <a:pt x="11835" y="8800"/>
                </a:lnTo>
                <a:lnTo>
                  <a:pt x="11849" y="8900"/>
                </a:lnTo>
                <a:lnTo>
                  <a:pt x="11858" y="9000"/>
                </a:lnTo>
                <a:lnTo>
                  <a:pt x="11869" y="9089"/>
                </a:lnTo>
                <a:lnTo>
                  <a:pt x="11877" y="9300"/>
                </a:lnTo>
                <a:lnTo>
                  <a:pt x="11877" y="9544"/>
                </a:lnTo>
                <a:lnTo>
                  <a:pt x="11872" y="9622"/>
                </a:lnTo>
                <a:lnTo>
                  <a:pt x="11863" y="9678"/>
                </a:lnTo>
                <a:lnTo>
                  <a:pt x="11849" y="9756"/>
                </a:lnTo>
                <a:lnTo>
                  <a:pt x="11835" y="9811"/>
                </a:lnTo>
                <a:lnTo>
                  <a:pt x="11810" y="9856"/>
                </a:lnTo>
                <a:lnTo>
                  <a:pt x="11784" y="9889"/>
                </a:lnTo>
                <a:lnTo>
                  <a:pt x="11374" y="9889"/>
                </a:lnTo>
                <a:lnTo>
                  <a:pt x="11278" y="9911"/>
                </a:lnTo>
                <a:lnTo>
                  <a:pt x="11185" y="9956"/>
                </a:lnTo>
                <a:lnTo>
                  <a:pt x="11101" y="10011"/>
                </a:lnTo>
                <a:lnTo>
                  <a:pt x="11017" y="10089"/>
                </a:lnTo>
                <a:lnTo>
                  <a:pt x="10946" y="10178"/>
                </a:lnTo>
                <a:lnTo>
                  <a:pt x="10876" y="10289"/>
                </a:lnTo>
                <a:lnTo>
                  <a:pt x="10820" y="10422"/>
                </a:lnTo>
                <a:lnTo>
                  <a:pt x="10761" y="10578"/>
                </a:lnTo>
                <a:lnTo>
                  <a:pt x="10713" y="10733"/>
                </a:lnTo>
                <a:lnTo>
                  <a:pt x="10673" y="10900"/>
                </a:lnTo>
                <a:lnTo>
                  <a:pt x="10640" y="11100"/>
                </a:lnTo>
                <a:lnTo>
                  <a:pt x="10612" y="11311"/>
                </a:lnTo>
                <a:lnTo>
                  <a:pt x="10586" y="11511"/>
                </a:lnTo>
                <a:lnTo>
                  <a:pt x="10572" y="11744"/>
                </a:lnTo>
                <a:lnTo>
                  <a:pt x="10564" y="11978"/>
                </a:lnTo>
                <a:lnTo>
                  <a:pt x="10558" y="12200"/>
                </a:lnTo>
                <a:lnTo>
                  <a:pt x="10564" y="12467"/>
                </a:lnTo>
                <a:lnTo>
                  <a:pt x="10569" y="12700"/>
                </a:lnTo>
                <a:lnTo>
                  <a:pt x="10583" y="12933"/>
                </a:lnTo>
                <a:lnTo>
                  <a:pt x="10603" y="13156"/>
                </a:lnTo>
                <a:lnTo>
                  <a:pt x="10631" y="13367"/>
                </a:lnTo>
                <a:lnTo>
                  <a:pt x="10659" y="13556"/>
                </a:lnTo>
                <a:lnTo>
                  <a:pt x="10699" y="13733"/>
                </a:lnTo>
                <a:lnTo>
                  <a:pt x="10741" y="13900"/>
                </a:lnTo>
                <a:lnTo>
                  <a:pt x="10792" y="14056"/>
                </a:lnTo>
                <a:lnTo>
                  <a:pt x="10842" y="14189"/>
                </a:lnTo>
                <a:lnTo>
                  <a:pt x="10907" y="14300"/>
                </a:lnTo>
                <a:lnTo>
                  <a:pt x="10974" y="14400"/>
                </a:lnTo>
                <a:lnTo>
                  <a:pt x="11047" y="14478"/>
                </a:lnTo>
                <a:lnTo>
                  <a:pt x="11123" y="14533"/>
                </a:lnTo>
                <a:lnTo>
                  <a:pt x="11211" y="14556"/>
                </a:lnTo>
                <a:lnTo>
                  <a:pt x="11303" y="14567"/>
                </a:lnTo>
                <a:lnTo>
                  <a:pt x="11413" y="14556"/>
                </a:lnTo>
                <a:lnTo>
                  <a:pt x="11520" y="14500"/>
                </a:lnTo>
                <a:lnTo>
                  <a:pt x="11616" y="14400"/>
                </a:lnTo>
                <a:lnTo>
                  <a:pt x="11700" y="14289"/>
                </a:lnTo>
                <a:lnTo>
                  <a:pt x="11770" y="14156"/>
                </a:lnTo>
                <a:lnTo>
                  <a:pt x="11835" y="14022"/>
                </a:lnTo>
                <a:lnTo>
                  <a:pt x="11888" y="13867"/>
                </a:lnTo>
                <a:lnTo>
                  <a:pt x="11925" y="13711"/>
                </a:lnTo>
                <a:lnTo>
                  <a:pt x="11936" y="13689"/>
                </a:lnTo>
                <a:lnTo>
                  <a:pt x="11956" y="13689"/>
                </a:lnTo>
                <a:lnTo>
                  <a:pt x="11959" y="13733"/>
                </a:lnTo>
                <a:lnTo>
                  <a:pt x="11990" y="13889"/>
                </a:lnTo>
                <a:lnTo>
                  <a:pt x="12018" y="14022"/>
                </a:lnTo>
                <a:lnTo>
                  <a:pt x="12057" y="14156"/>
                </a:lnTo>
                <a:lnTo>
                  <a:pt x="12099" y="14244"/>
                </a:lnTo>
                <a:lnTo>
                  <a:pt x="12147" y="14322"/>
                </a:lnTo>
                <a:lnTo>
                  <a:pt x="12206" y="14378"/>
                </a:lnTo>
                <a:lnTo>
                  <a:pt x="12268" y="14422"/>
                </a:lnTo>
                <a:lnTo>
                  <a:pt x="12502" y="14422"/>
                </a:lnTo>
                <a:lnTo>
                  <a:pt x="12504" y="14400"/>
                </a:lnTo>
                <a:lnTo>
                  <a:pt x="12510" y="14378"/>
                </a:lnTo>
                <a:lnTo>
                  <a:pt x="12510" y="13100"/>
                </a:lnTo>
                <a:lnTo>
                  <a:pt x="12502" y="13067"/>
                </a:lnTo>
                <a:lnTo>
                  <a:pt x="12490" y="13067"/>
                </a:lnTo>
                <a:close/>
                <a:moveTo>
                  <a:pt x="11877" y="11367"/>
                </a:moveTo>
                <a:lnTo>
                  <a:pt x="11877" y="11511"/>
                </a:lnTo>
                <a:lnTo>
                  <a:pt x="11872" y="11667"/>
                </a:lnTo>
                <a:lnTo>
                  <a:pt x="11863" y="11822"/>
                </a:lnTo>
                <a:lnTo>
                  <a:pt x="11849" y="11978"/>
                </a:lnTo>
                <a:lnTo>
                  <a:pt x="11829" y="12122"/>
                </a:lnTo>
                <a:lnTo>
                  <a:pt x="11804" y="12278"/>
                </a:lnTo>
                <a:lnTo>
                  <a:pt x="11776" y="12433"/>
                </a:lnTo>
                <a:lnTo>
                  <a:pt x="11748" y="12544"/>
                </a:lnTo>
                <a:lnTo>
                  <a:pt x="11708" y="12678"/>
                </a:lnTo>
                <a:lnTo>
                  <a:pt x="11666" y="12800"/>
                </a:lnTo>
                <a:lnTo>
                  <a:pt x="11621" y="12889"/>
                </a:lnTo>
                <a:lnTo>
                  <a:pt x="11568" y="12967"/>
                </a:lnTo>
                <a:lnTo>
                  <a:pt x="11512" y="13044"/>
                </a:lnTo>
                <a:lnTo>
                  <a:pt x="11447" y="13100"/>
                </a:lnTo>
                <a:lnTo>
                  <a:pt x="11374" y="13122"/>
                </a:lnTo>
                <a:lnTo>
                  <a:pt x="11303" y="13144"/>
                </a:lnTo>
                <a:lnTo>
                  <a:pt x="11256" y="13144"/>
                </a:lnTo>
                <a:lnTo>
                  <a:pt x="11211" y="13122"/>
                </a:lnTo>
                <a:lnTo>
                  <a:pt x="11171" y="13078"/>
                </a:lnTo>
                <a:lnTo>
                  <a:pt x="11104" y="13011"/>
                </a:lnTo>
                <a:lnTo>
                  <a:pt x="11081" y="12944"/>
                </a:lnTo>
                <a:lnTo>
                  <a:pt x="11050" y="12889"/>
                </a:lnTo>
                <a:lnTo>
                  <a:pt x="11031" y="12833"/>
                </a:lnTo>
                <a:lnTo>
                  <a:pt x="10997" y="12678"/>
                </a:lnTo>
                <a:lnTo>
                  <a:pt x="10974" y="12533"/>
                </a:lnTo>
                <a:lnTo>
                  <a:pt x="10963" y="12378"/>
                </a:lnTo>
                <a:lnTo>
                  <a:pt x="10960" y="12200"/>
                </a:lnTo>
                <a:lnTo>
                  <a:pt x="10960" y="12033"/>
                </a:lnTo>
                <a:lnTo>
                  <a:pt x="10974" y="11856"/>
                </a:lnTo>
                <a:lnTo>
                  <a:pt x="10983" y="11767"/>
                </a:lnTo>
                <a:lnTo>
                  <a:pt x="10997" y="11689"/>
                </a:lnTo>
                <a:lnTo>
                  <a:pt x="11014" y="11589"/>
                </a:lnTo>
                <a:lnTo>
                  <a:pt x="11036" y="11511"/>
                </a:lnTo>
                <a:lnTo>
                  <a:pt x="11062" y="11456"/>
                </a:lnTo>
                <a:lnTo>
                  <a:pt x="11090" y="11378"/>
                </a:lnTo>
                <a:lnTo>
                  <a:pt x="11123" y="11322"/>
                </a:lnTo>
                <a:lnTo>
                  <a:pt x="11168" y="11267"/>
                </a:lnTo>
                <a:lnTo>
                  <a:pt x="11211" y="11233"/>
                </a:lnTo>
                <a:lnTo>
                  <a:pt x="11264" y="11211"/>
                </a:lnTo>
                <a:lnTo>
                  <a:pt x="11323" y="11189"/>
                </a:lnTo>
                <a:lnTo>
                  <a:pt x="11391" y="11178"/>
                </a:lnTo>
                <a:lnTo>
                  <a:pt x="11863" y="11178"/>
                </a:lnTo>
                <a:lnTo>
                  <a:pt x="11869" y="11189"/>
                </a:lnTo>
                <a:lnTo>
                  <a:pt x="11872" y="11189"/>
                </a:lnTo>
                <a:lnTo>
                  <a:pt x="11877" y="11233"/>
                </a:lnTo>
                <a:lnTo>
                  <a:pt x="11877" y="11367"/>
                </a:lnTo>
                <a:close/>
                <a:moveTo>
                  <a:pt x="13694" y="6822"/>
                </a:moveTo>
                <a:lnTo>
                  <a:pt x="13618" y="6833"/>
                </a:lnTo>
                <a:lnTo>
                  <a:pt x="13545" y="6878"/>
                </a:lnTo>
                <a:lnTo>
                  <a:pt x="13477" y="6956"/>
                </a:lnTo>
                <a:lnTo>
                  <a:pt x="13416" y="7067"/>
                </a:lnTo>
                <a:lnTo>
                  <a:pt x="13351" y="7178"/>
                </a:lnTo>
                <a:lnTo>
                  <a:pt x="13303" y="7311"/>
                </a:lnTo>
                <a:lnTo>
                  <a:pt x="13261" y="7467"/>
                </a:lnTo>
                <a:lnTo>
                  <a:pt x="13224" y="7600"/>
                </a:lnTo>
                <a:lnTo>
                  <a:pt x="13216" y="7644"/>
                </a:lnTo>
                <a:lnTo>
                  <a:pt x="13207" y="7656"/>
                </a:lnTo>
                <a:lnTo>
                  <a:pt x="13191" y="7644"/>
                </a:lnTo>
                <a:lnTo>
                  <a:pt x="13188" y="7600"/>
                </a:lnTo>
                <a:lnTo>
                  <a:pt x="13148" y="7033"/>
                </a:lnTo>
                <a:lnTo>
                  <a:pt x="13140" y="6989"/>
                </a:lnTo>
                <a:lnTo>
                  <a:pt x="13134" y="6967"/>
                </a:lnTo>
                <a:lnTo>
                  <a:pt x="12797" y="6967"/>
                </a:lnTo>
                <a:lnTo>
                  <a:pt x="12786" y="7011"/>
                </a:lnTo>
                <a:lnTo>
                  <a:pt x="12786" y="14378"/>
                </a:lnTo>
                <a:lnTo>
                  <a:pt x="12797" y="14422"/>
                </a:lnTo>
                <a:lnTo>
                  <a:pt x="13174" y="14422"/>
                </a:lnTo>
                <a:lnTo>
                  <a:pt x="13182" y="14400"/>
                </a:lnTo>
                <a:lnTo>
                  <a:pt x="13182" y="14378"/>
                </a:lnTo>
                <a:lnTo>
                  <a:pt x="13188" y="14344"/>
                </a:lnTo>
                <a:lnTo>
                  <a:pt x="13188" y="10044"/>
                </a:lnTo>
                <a:lnTo>
                  <a:pt x="13191" y="9856"/>
                </a:lnTo>
                <a:lnTo>
                  <a:pt x="13202" y="9678"/>
                </a:lnTo>
                <a:lnTo>
                  <a:pt x="13210" y="9489"/>
                </a:lnTo>
                <a:lnTo>
                  <a:pt x="13230" y="9322"/>
                </a:lnTo>
                <a:lnTo>
                  <a:pt x="13269" y="9011"/>
                </a:lnTo>
                <a:lnTo>
                  <a:pt x="13297" y="8867"/>
                </a:lnTo>
                <a:lnTo>
                  <a:pt x="13328" y="8733"/>
                </a:lnTo>
                <a:lnTo>
                  <a:pt x="13362" y="8611"/>
                </a:lnTo>
                <a:lnTo>
                  <a:pt x="13399" y="8522"/>
                </a:lnTo>
                <a:lnTo>
                  <a:pt x="13438" y="8422"/>
                </a:lnTo>
                <a:lnTo>
                  <a:pt x="13483" y="8344"/>
                </a:lnTo>
                <a:lnTo>
                  <a:pt x="13531" y="8311"/>
                </a:lnTo>
                <a:lnTo>
                  <a:pt x="13584" y="8267"/>
                </a:lnTo>
                <a:lnTo>
                  <a:pt x="13638" y="8256"/>
                </a:lnTo>
                <a:lnTo>
                  <a:pt x="13694" y="8267"/>
                </a:lnTo>
                <a:lnTo>
                  <a:pt x="13753" y="8311"/>
                </a:lnTo>
                <a:lnTo>
                  <a:pt x="13801" y="8367"/>
                </a:lnTo>
                <a:lnTo>
                  <a:pt x="13849" y="8444"/>
                </a:lnTo>
                <a:lnTo>
                  <a:pt x="13888" y="8533"/>
                </a:lnTo>
                <a:lnTo>
                  <a:pt x="13928" y="8656"/>
                </a:lnTo>
                <a:lnTo>
                  <a:pt x="13961" y="8767"/>
                </a:lnTo>
                <a:lnTo>
                  <a:pt x="13989" y="8900"/>
                </a:lnTo>
                <a:lnTo>
                  <a:pt x="14015" y="9056"/>
                </a:lnTo>
                <a:lnTo>
                  <a:pt x="14037" y="9222"/>
                </a:lnTo>
                <a:lnTo>
                  <a:pt x="14051" y="9400"/>
                </a:lnTo>
                <a:lnTo>
                  <a:pt x="14065" y="9567"/>
                </a:lnTo>
                <a:lnTo>
                  <a:pt x="14077" y="9744"/>
                </a:lnTo>
                <a:lnTo>
                  <a:pt x="14085" y="9933"/>
                </a:lnTo>
                <a:lnTo>
                  <a:pt x="14091" y="10122"/>
                </a:lnTo>
                <a:lnTo>
                  <a:pt x="14091" y="14344"/>
                </a:lnTo>
                <a:lnTo>
                  <a:pt x="14096" y="14378"/>
                </a:lnTo>
                <a:lnTo>
                  <a:pt x="14096" y="14400"/>
                </a:lnTo>
                <a:lnTo>
                  <a:pt x="14105" y="14422"/>
                </a:lnTo>
                <a:lnTo>
                  <a:pt x="14482" y="14422"/>
                </a:lnTo>
                <a:lnTo>
                  <a:pt x="14493" y="14400"/>
                </a:lnTo>
                <a:lnTo>
                  <a:pt x="14493" y="14378"/>
                </a:lnTo>
                <a:lnTo>
                  <a:pt x="14496" y="14344"/>
                </a:lnTo>
                <a:lnTo>
                  <a:pt x="14496" y="10311"/>
                </a:lnTo>
                <a:lnTo>
                  <a:pt x="14493" y="9956"/>
                </a:lnTo>
                <a:lnTo>
                  <a:pt x="14482" y="9622"/>
                </a:lnTo>
                <a:lnTo>
                  <a:pt x="14467" y="9278"/>
                </a:lnTo>
                <a:lnTo>
                  <a:pt x="14448" y="8956"/>
                </a:lnTo>
                <a:lnTo>
                  <a:pt x="14425" y="8667"/>
                </a:lnTo>
                <a:lnTo>
                  <a:pt x="14392" y="8367"/>
                </a:lnTo>
                <a:lnTo>
                  <a:pt x="14352" y="8100"/>
                </a:lnTo>
                <a:lnTo>
                  <a:pt x="14304" y="7844"/>
                </a:lnTo>
                <a:lnTo>
                  <a:pt x="14254" y="7622"/>
                </a:lnTo>
                <a:lnTo>
                  <a:pt x="14192" y="7433"/>
                </a:lnTo>
                <a:lnTo>
                  <a:pt x="14130" y="7233"/>
                </a:lnTo>
                <a:lnTo>
                  <a:pt x="14057" y="7089"/>
                </a:lnTo>
                <a:lnTo>
                  <a:pt x="13975" y="6967"/>
                </a:lnTo>
                <a:lnTo>
                  <a:pt x="13888" y="6889"/>
                </a:lnTo>
                <a:lnTo>
                  <a:pt x="13795" y="6833"/>
                </a:lnTo>
                <a:lnTo>
                  <a:pt x="13694" y="6822"/>
                </a:lnTo>
                <a:close/>
                <a:moveTo>
                  <a:pt x="15792" y="6967"/>
                </a:moveTo>
                <a:lnTo>
                  <a:pt x="15396" y="6967"/>
                </a:lnTo>
                <a:lnTo>
                  <a:pt x="15390" y="6956"/>
                </a:lnTo>
                <a:lnTo>
                  <a:pt x="15384" y="6933"/>
                </a:lnTo>
                <a:lnTo>
                  <a:pt x="15382" y="6911"/>
                </a:lnTo>
                <a:lnTo>
                  <a:pt x="15382" y="4889"/>
                </a:lnTo>
                <a:lnTo>
                  <a:pt x="15376" y="4867"/>
                </a:lnTo>
                <a:lnTo>
                  <a:pt x="15376" y="4856"/>
                </a:lnTo>
                <a:lnTo>
                  <a:pt x="15368" y="4833"/>
                </a:lnTo>
                <a:lnTo>
                  <a:pt x="14985" y="4833"/>
                </a:lnTo>
                <a:lnTo>
                  <a:pt x="14979" y="4856"/>
                </a:lnTo>
                <a:lnTo>
                  <a:pt x="14974" y="4867"/>
                </a:lnTo>
                <a:lnTo>
                  <a:pt x="14974" y="6911"/>
                </a:lnTo>
                <a:lnTo>
                  <a:pt x="14971" y="6933"/>
                </a:lnTo>
                <a:lnTo>
                  <a:pt x="14965" y="6956"/>
                </a:lnTo>
                <a:lnTo>
                  <a:pt x="14957" y="6967"/>
                </a:lnTo>
                <a:lnTo>
                  <a:pt x="14631" y="6967"/>
                </a:lnTo>
                <a:lnTo>
                  <a:pt x="14628" y="6989"/>
                </a:lnTo>
                <a:lnTo>
                  <a:pt x="14622" y="7011"/>
                </a:lnTo>
                <a:lnTo>
                  <a:pt x="14622" y="8256"/>
                </a:lnTo>
                <a:lnTo>
                  <a:pt x="14628" y="8267"/>
                </a:lnTo>
                <a:lnTo>
                  <a:pt x="14631" y="8289"/>
                </a:lnTo>
                <a:lnTo>
                  <a:pt x="14965" y="8289"/>
                </a:lnTo>
                <a:lnTo>
                  <a:pt x="14974" y="8322"/>
                </a:lnTo>
                <a:lnTo>
                  <a:pt x="14974" y="12333"/>
                </a:lnTo>
                <a:lnTo>
                  <a:pt x="14979" y="12600"/>
                </a:lnTo>
                <a:lnTo>
                  <a:pt x="14985" y="12856"/>
                </a:lnTo>
                <a:lnTo>
                  <a:pt x="14991" y="13078"/>
                </a:lnTo>
                <a:lnTo>
                  <a:pt x="15005" y="13289"/>
                </a:lnTo>
                <a:lnTo>
                  <a:pt x="15024" y="13478"/>
                </a:lnTo>
                <a:lnTo>
                  <a:pt x="15044" y="13656"/>
                </a:lnTo>
                <a:lnTo>
                  <a:pt x="15067" y="13811"/>
                </a:lnTo>
                <a:lnTo>
                  <a:pt x="15095" y="13944"/>
                </a:lnTo>
                <a:lnTo>
                  <a:pt x="15128" y="14056"/>
                </a:lnTo>
                <a:lnTo>
                  <a:pt x="15168" y="14156"/>
                </a:lnTo>
                <a:lnTo>
                  <a:pt x="15213" y="14233"/>
                </a:lnTo>
                <a:lnTo>
                  <a:pt x="15308" y="14367"/>
                </a:lnTo>
                <a:lnTo>
                  <a:pt x="15368" y="14400"/>
                </a:lnTo>
                <a:lnTo>
                  <a:pt x="15429" y="14422"/>
                </a:lnTo>
                <a:lnTo>
                  <a:pt x="15798" y="14422"/>
                </a:lnTo>
                <a:lnTo>
                  <a:pt x="15801" y="14400"/>
                </a:lnTo>
                <a:lnTo>
                  <a:pt x="15806" y="14378"/>
                </a:lnTo>
                <a:lnTo>
                  <a:pt x="15806" y="13044"/>
                </a:lnTo>
                <a:lnTo>
                  <a:pt x="15801" y="13011"/>
                </a:lnTo>
                <a:lnTo>
                  <a:pt x="15798" y="13011"/>
                </a:lnTo>
                <a:lnTo>
                  <a:pt x="15792" y="12989"/>
                </a:lnTo>
                <a:lnTo>
                  <a:pt x="15505" y="12989"/>
                </a:lnTo>
                <a:lnTo>
                  <a:pt x="15472" y="12944"/>
                </a:lnTo>
                <a:lnTo>
                  <a:pt x="15443" y="12889"/>
                </a:lnTo>
                <a:lnTo>
                  <a:pt x="15421" y="12833"/>
                </a:lnTo>
                <a:lnTo>
                  <a:pt x="15401" y="12733"/>
                </a:lnTo>
                <a:lnTo>
                  <a:pt x="15390" y="12644"/>
                </a:lnTo>
                <a:lnTo>
                  <a:pt x="15382" y="12533"/>
                </a:lnTo>
                <a:lnTo>
                  <a:pt x="15382" y="8322"/>
                </a:lnTo>
                <a:lnTo>
                  <a:pt x="15390" y="8289"/>
                </a:lnTo>
                <a:lnTo>
                  <a:pt x="15798" y="8289"/>
                </a:lnTo>
                <a:lnTo>
                  <a:pt x="15801" y="8267"/>
                </a:lnTo>
                <a:lnTo>
                  <a:pt x="15806" y="8256"/>
                </a:lnTo>
                <a:lnTo>
                  <a:pt x="15806" y="7011"/>
                </a:lnTo>
                <a:lnTo>
                  <a:pt x="15801" y="6989"/>
                </a:lnTo>
                <a:lnTo>
                  <a:pt x="15798" y="6967"/>
                </a:lnTo>
                <a:lnTo>
                  <a:pt x="15792" y="6967"/>
                </a:lnTo>
                <a:close/>
                <a:moveTo>
                  <a:pt x="18512" y="6967"/>
                </a:moveTo>
                <a:lnTo>
                  <a:pt x="18146" y="6967"/>
                </a:lnTo>
                <a:lnTo>
                  <a:pt x="18135" y="6989"/>
                </a:lnTo>
                <a:lnTo>
                  <a:pt x="18135" y="7011"/>
                </a:lnTo>
                <a:lnTo>
                  <a:pt x="18129" y="7033"/>
                </a:lnTo>
                <a:lnTo>
                  <a:pt x="18129" y="11344"/>
                </a:lnTo>
                <a:lnTo>
                  <a:pt x="18127" y="11533"/>
                </a:lnTo>
                <a:lnTo>
                  <a:pt x="18115" y="11711"/>
                </a:lnTo>
                <a:lnTo>
                  <a:pt x="18107" y="11878"/>
                </a:lnTo>
                <a:lnTo>
                  <a:pt x="18087" y="12056"/>
                </a:lnTo>
                <a:lnTo>
                  <a:pt x="18068" y="12222"/>
                </a:lnTo>
                <a:lnTo>
                  <a:pt x="18048" y="12378"/>
                </a:lnTo>
                <a:lnTo>
                  <a:pt x="17992" y="12644"/>
                </a:lnTo>
                <a:lnTo>
                  <a:pt x="17958" y="12778"/>
                </a:lnTo>
                <a:lnTo>
                  <a:pt x="17918" y="12867"/>
                </a:lnTo>
                <a:lnTo>
                  <a:pt x="17879" y="12967"/>
                </a:lnTo>
                <a:lnTo>
                  <a:pt x="17837" y="13022"/>
                </a:lnTo>
                <a:lnTo>
                  <a:pt x="17786" y="13078"/>
                </a:lnTo>
                <a:lnTo>
                  <a:pt x="17736" y="13122"/>
                </a:lnTo>
                <a:lnTo>
                  <a:pt x="17623" y="13122"/>
                </a:lnTo>
                <a:lnTo>
                  <a:pt x="17564" y="13078"/>
                </a:lnTo>
                <a:lnTo>
                  <a:pt x="17516" y="13022"/>
                </a:lnTo>
                <a:lnTo>
                  <a:pt x="17468" y="12944"/>
                </a:lnTo>
                <a:lnTo>
                  <a:pt x="17429" y="12856"/>
                </a:lnTo>
                <a:lnTo>
                  <a:pt x="17393" y="12733"/>
                </a:lnTo>
                <a:lnTo>
                  <a:pt x="17356" y="12622"/>
                </a:lnTo>
                <a:lnTo>
                  <a:pt x="17328" y="12467"/>
                </a:lnTo>
                <a:lnTo>
                  <a:pt x="17305" y="12322"/>
                </a:lnTo>
                <a:lnTo>
                  <a:pt x="17280" y="12167"/>
                </a:lnTo>
                <a:lnTo>
                  <a:pt x="17266" y="11989"/>
                </a:lnTo>
                <a:lnTo>
                  <a:pt x="17252" y="11822"/>
                </a:lnTo>
                <a:lnTo>
                  <a:pt x="17241" y="11633"/>
                </a:lnTo>
                <a:lnTo>
                  <a:pt x="17232" y="11456"/>
                </a:lnTo>
                <a:lnTo>
                  <a:pt x="17227" y="11267"/>
                </a:lnTo>
                <a:lnTo>
                  <a:pt x="17227" y="7033"/>
                </a:lnTo>
                <a:lnTo>
                  <a:pt x="17221" y="7011"/>
                </a:lnTo>
                <a:lnTo>
                  <a:pt x="17221" y="6989"/>
                </a:lnTo>
                <a:lnTo>
                  <a:pt x="17213" y="6967"/>
                </a:lnTo>
                <a:lnTo>
                  <a:pt x="16836" y="6967"/>
                </a:lnTo>
                <a:lnTo>
                  <a:pt x="16824" y="6989"/>
                </a:lnTo>
                <a:lnTo>
                  <a:pt x="16824" y="7011"/>
                </a:lnTo>
                <a:lnTo>
                  <a:pt x="16822" y="7033"/>
                </a:lnTo>
                <a:lnTo>
                  <a:pt x="16822" y="11078"/>
                </a:lnTo>
                <a:lnTo>
                  <a:pt x="16824" y="11422"/>
                </a:lnTo>
                <a:lnTo>
                  <a:pt x="16836" y="11767"/>
                </a:lnTo>
                <a:lnTo>
                  <a:pt x="16850" y="12089"/>
                </a:lnTo>
                <a:lnTo>
                  <a:pt x="16869" y="12411"/>
                </a:lnTo>
                <a:lnTo>
                  <a:pt x="16895" y="12722"/>
                </a:lnTo>
                <a:lnTo>
                  <a:pt x="16928" y="13011"/>
                </a:lnTo>
                <a:lnTo>
                  <a:pt x="16965" y="13278"/>
                </a:lnTo>
                <a:lnTo>
                  <a:pt x="17016" y="13522"/>
                </a:lnTo>
                <a:lnTo>
                  <a:pt x="17063" y="13756"/>
                </a:lnTo>
                <a:lnTo>
                  <a:pt x="17125" y="13956"/>
                </a:lnTo>
                <a:lnTo>
                  <a:pt x="17187" y="14133"/>
                </a:lnTo>
                <a:lnTo>
                  <a:pt x="17260" y="14289"/>
                </a:lnTo>
                <a:lnTo>
                  <a:pt x="17342" y="14400"/>
                </a:lnTo>
                <a:lnTo>
                  <a:pt x="17429" y="14500"/>
                </a:lnTo>
                <a:lnTo>
                  <a:pt x="17522" y="14556"/>
                </a:lnTo>
                <a:lnTo>
                  <a:pt x="17623" y="14567"/>
                </a:lnTo>
                <a:lnTo>
                  <a:pt x="17699" y="14556"/>
                </a:lnTo>
                <a:lnTo>
                  <a:pt x="17772" y="14500"/>
                </a:lnTo>
                <a:lnTo>
                  <a:pt x="17840" y="14422"/>
                </a:lnTo>
                <a:lnTo>
                  <a:pt x="17904" y="14322"/>
                </a:lnTo>
                <a:lnTo>
                  <a:pt x="17966" y="14211"/>
                </a:lnTo>
                <a:lnTo>
                  <a:pt x="18014" y="14056"/>
                </a:lnTo>
                <a:lnTo>
                  <a:pt x="18059" y="13922"/>
                </a:lnTo>
                <a:lnTo>
                  <a:pt x="18093" y="13767"/>
                </a:lnTo>
                <a:lnTo>
                  <a:pt x="18101" y="13756"/>
                </a:lnTo>
                <a:lnTo>
                  <a:pt x="18112" y="13733"/>
                </a:lnTo>
                <a:lnTo>
                  <a:pt x="18127" y="13756"/>
                </a:lnTo>
                <a:lnTo>
                  <a:pt x="18129" y="13789"/>
                </a:lnTo>
                <a:lnTo>
                  <a:pt x="18169" y="14344"/>
                </a:lnTo>
                <a:lnTo>
                  <a:pt x="18180" y="14400"/>
                </a:lnTo>
                <a:lnTo>
                  <a:pt x="18183" y="14422"/>
                </a:lnTo>
                <a:lnTo>
                  <a:pt x="18523" y="14422"/>
                </a:lnTo>
                <a:lnTo>
                  <a:pt x="18526" y="14400"/>
                </a:lnTo>
                <a:lnTo>
                  <a:pt x="18532" y="14378"/>
                </a:lnTo>
                <a:lnTo>
                  <a:pt x="18532" y="7011"/>
                </a:lnTo>
                <a:lnTo>
                  <a:pt x="18526" y="6989"/>
                </a:lnTo>
                <a:lnTo>
                  <a:pt x="18523" y="6967"/>
                </a:lnTo>
                <a:lnTo>
                  <a:pt x="18512" y="6967"/>
                </a:lnTo>
                <a:close/>
                <a:moveTo>
                  <a:pt x="20860" y="6822"/>
                </a:moveTo>
                <a:lnTo>
                  <a:pt x="20784" y="6833"/>
                </a:lnTo>
                <a:lnTo>
                  <a:pt x="20706" y="6878"/>
                </a:lnTo>
                <a:lnTo>
                  <a:pt x="20632" y="6956"/>
                </a:lnTo>
                <a:lnTo>
                  <a:pt x="20498" y="7178"/>
                </a:lnTo>
                <a:lnTo>
                  <a:pt x="20436" y="7333"/>
                </a:lnTo>
                <a:lnTo>
                  <a:pt x="20382" y="7511"/>
                </a:lnTo>
                <a:lnTo>
                  <a:pt x="20329" y="7700"/>
                </a:lnTo>
                <a:lnTo>
                  <a:pt x="20320" y="7733"/>
                </a:lnTo>
                <a:lnTo>
                  <a:pt x="20309" y="7733"/>
                </a:lnTo>
                <a:lnTo>
                  <a:pt x="20301" y="7711"/>
                </a:lnTo>
                <a:lnTo>
                  <a:pt x="20289" y="7700"/>
                </a:lnTo>
                <a:lnTo>
                  <a:pt x="20242" y="7489"/>
                </a:lnTo>
                <a:lnTo>
                  <a:pt x="20188" y="7311"/>
                </a:lnTo>
                <a:lnTo>
                  <a:pt x="20135" y="7167"/>
                </a:lnTo>
                <a:lnTo>
                  <a:pt x="20078" y="7033"/>
                </a:lnTo>
                <a:lnTo>
                  <a:pt x="20011" y="6933"/>
                </a:lnTo>
                <a:lnTo>
                  <a:pt x="19943" y="6878"/>
                </a:lnTo>
                <a:lnTo>
                  <a:pt x="19865" y="6833"/>
                </a:lnTo>
                <a:lnTo>
                  <a:pt x="19783" y="6822"/>
                </a:lnTo>
                <a:lnTo>
                  <a:pt x="19716" y="6833"/>
                </a:lnTo>
                <a:lnTo>
                  <a:pt x="19648" y="6878"/>
                </a:lnTo>
                <a:lnTo>
                  <a:pt x="19581" y="6967"/>
                </a:lnTo>
                <a:lnTo>
                  <a:pt x="19522" y="7067"/>
                </a:lnTo>
                <a:lnTo>
                  <a:pt x="19465" y="7178"/>
                </a:lnTo>
                <a:lnTo>
                  <a:pt x="19412" y="7311"/>
                </a:lnTo>
                <a:lnTo>
                  <a:pt x="19367" y="7467"/>
                </a:lnTo>
                <a:lnTo>
                  <a:pt x="19333" y="7600"/>
                </a:lnTo>
                <a:lnTo>
                  <a:pt x="19325" y="7644"/>
                </a:lnTo>
                <a:lnTo>
                  <a:pt x="19311" y="7656"/>
                </a:lnTo>
                <a:lnTo>
                  <a:pt x="19299" y="7644"/>
                </a:lnTo>
                <a:lnTo>
                  <a:pt x="19291" y="7600"/>
                </a:lnTo>
                <a:lnTo>
                  <a:pt x="19257" y="7044"/>
                </a:lnTo>
                <a:lnTo>
                  <a:pt x="19252" y="7011"/>
                </a:lnTo>
                <a:lnTo>
                  <a:pt x="19246" y="6989"/>
                </a:lnTo>
                <a:lnTo>
                  <a:pt x="19238" y="6967"/>
                </a:lnTo>
                <a:lnTo>
                  <a:pt x="18903" y="6967"/>
                </a:lnTo>
                <a:lnTo>
                  <a:pt x="18900" y="6989"/>
                </a:lnTo>
                <a:lnTo>
                  <a:pt x="18894" y="7011"/>
                </a:lnTo>
                <a:lnTo>
                  <a:pt x="18894" y="14378"/>
                </a:lnTo>
                <a:lnTo>
                  <a:pt x="18900" y="14400"/>
                </a:lnTo>
                <a:lnTo>
                  <a:pt x="18903" y="14422"/>
                </a:lnTo>
                <a:lnTo>
                  <a:pt x="19280" y="14422"/>
                </a:lnTo>
                <a:lnTo>
                  <a:pt x="19291" y="14378"/>
                </a:lnTo>
                <a:lnTo>
                  <a:pt x="19291" y="10278"/>
                </a:lnTo>
                <a:lnTo>
                  <a:pt x="19294" y="9878"/>
                </a:lnTo>
                <a:lnTo>
                  <a:pt x="19305" y="9678"/>
                </a:lnTo>
                <a:lnTo>
                  <a:pt x="19311" y="9511"/>
                </a:lnTo>
                <a:lnTo>
                  <a:pt x="19325" y="9322"/>
                </a:lnTo>
                <a:lnTo>
                  <a:pt x="19339" y="9167"/>
                </a:lnTo>
                <a:lnTo>
                  <a:pt x="19353" y="9000"/>
                </a:lnTo>
                <a:lnTo>
                  <a:pt x="19372" y="8867"/>
                </a:lnTo>
                <a:lnTo>
                  <a:pt x="19398" y="8733"/>
                </a:lnTo>
                <a:lnTo>
                  <a:pt x="19426" y="8611"/>
                </a:lnTo>
                <a:lnTo>
                  <a:pt x="19454" y="8500"/>
                </a:lnTo>
                <a:lnTo>
                  <a:pt x="19488" y="8422"/>
                </a:lnTo>
                <a:lnTo>
                  <a:pt x="19527" y="8344"/>
                </a:lnTo>
                <a:lnTo>
                  <a:pt x="19569" y="8311"/>
                </a:lnTo>
                <a:lnTo>
                  <a:pt x="19620" y="8267"/>
                </a:lnTo>
                <a:lnTo>
                  <a:pt x="19668" y="8256"/>
                </a:lnTo>
                <a:lnTo>
                  <a:pt x="19724" y="8267"/>
                </a:lnTo>
                <a:lnTo>
                  <a:pt x="19775" y="8311"/>
                </a:lnTo>
                <a:lnTo>
                  <a:pt x="19817" y="8367"/>
                </a:lnTo>
                <a:lnTo>
                  <a:pt x="19856" y="8422"/>
                </a:lnTo>
                <a:lnTo>
                  <a:pt x="19896" y="8522"/>
                </a:lnTo>
                <a:lnTo>
                  <a:pt x="19924" y="8633"/>
                </a:lnTo>
                <a:lnTo>
                  <a:pt x="19946" y="8744"/>
                </a:lnTo>
                <a:lnTo>
                  <a:pt x="19972" y="8878"/>
                </a:lnTo>
                <a:lnTo>
                  <a:pt x="19991" y="9033"/>
                </a:lnTo>
                <a:lnTo>
                  <a:pt x="20005" y="9189"/>
                </a:lnTo>
                <a:lnTo>
                  <a:pt x="20019" y="9356"/>
                </a:lnTo>
                <a:lnTo>
                  <a:pt x="20031" y="9533"/>
                </a:lnTo>
                <a:lnTo>
                  <a:pt x="20045" y="9889"/>
                </a:lnTo>
                <a:lnTo>
                  <a:pt x="20045" y="14344"/>
                </a:lnTo>
                <a:lnTo>
                  <a:pt x="20047" y="14378"/>
                </a:lnTo>
                <a:lnTo>
                  <a:pt x="20047" y="14400"/>
                </a:lnTo>
                <a:lnTo>
                  <a:pt x="20053" y="14422"/>
                </a:lnTo>
                <a:lnTo>
                  <a:pt x="20430" y="14422"/>
                </a:lnTo>
                <a:lnTo>
                  <a:pt x="20441" y="14400"/>
                </a:lnTo>
                <a:lnTo>
                  <a:pt x="20444" y="14378"/>
                </a:lnTo>
                <a:lnTo>
                  <a:pt x="20450" y="14344"/>
                </a:lnTo>
                <a:lnTo>
                  <a:pt x="20450" y="10278"/>
                </a:lnTo>
                <a:lnTo>
                  <a:pt x="20455" y="9878"/>
                </a:lnTo>
                <a:lnTo>
                  <a:pt x="20464" y="9511"/>
                </a:lnTo>
                <a:lnTo>
                  <a:pt x="20475" y="9322"/>
                </a:lnTo>
                <a:lnTo>
                  <a:pt x="20489" y="9167"/>
                </a:lnTo>
                <a:lnTo>
                  <a:pt x="20503" y="9000"/>
                </a:lnTo>
                <a:lnTo>
                  <a:pt x="20523" y="8867"/>
                </a:lnTo>
                <a:lnTo>
                  <a:pt x="20545" y="8733"/>
                </a:lnTo>
                <a:lnTo>
                  <a:pt x="20571" y="8611"/>
                </a:lnTo>
                <a:lnTo>
                  <a:pt x="20599" y="8500"/>
                </a:lnTo>
                <a:lnTo>
                  <a:pt x="20678" y="8344"/>
                </a:lnTo>
                <a:lnTo>
                  <a:pt x="20720" y="8311"/>
                </a:lnTo>
                <a:lnTo>
                  <a:pt x="20768" y="8267"/>
                </a:lnTo>
                <a:lnTo>
                  <a:pt x="20821" y="8256"/>
                </a:lnTo>
                <a:lnTo>
                  <a:pt x="20880" y="8267"/>
                </a:lnTo>
                <a:lnTo>
                  <a:pt x="20928" y="8311"/>
                </a:lnTo>
                <a:lnTo>
                  <a:pt x="20973" y="8367"/>
                </a:lnTo>
                <a:lnTo>
                  <a:pt x="21015" y="8444"/>
                </a:lnTo>
                <a:lnTo>
                  <a:pt x="21049" y="8522"/>
                </a:lnTo>
                <a:lnTo>
                  <a:pt x="21077" y="8633"/>
                </a:lnTo>
                <a:lnTo>
                  <a:pt x="21108" y="8767"/>
                </a:lnTo>
                <a:lnTo>
                  <a:pt x="21130" y="8900"/>
                </a:lnTo>
                <a:lnTo>
                  <a:pt x="21150" y="9033"/>
                </a:lnTo>
                <a:lnTo>
                  <a:pt x="21164" y="9200"/>
                </a:lnTo>
                <a:lnTo>
                  <a:pt x="21181" y="9356"/>
                </a:lnTo>
                <a:lnTo>
                  <a:pt x="21189" y="9544"/>
                </a:lnTo>
                <a:lnTo>
                  <a:pt x="21198" y="9911"/>
                </a:lnTo>
                <a:lnTo>
                  <a:pt x="21203" y="10278"/>
                </a:lnTo>
                <a:lnTo>
                  <a:pt x="21203" y="14378"/>
                </a:lnTo>
                <a:lnTo>
                  <a:pt x="21215" y="14422"/>
                </a:lnTo>
                <a:lnTo>
                  <a:pt x="21592" y="14422"/>
                </a:lnTo>
                <a:lnTo>
                  <a:pt x="21594" y="14400"/>
                </a:lnTo>
                <a:lnTo>
                  <a:pt x="21600" y="14378"/>
                </a:lnTo>
                <a:lnTo>
                  <a:pt x="21600" y="9811"/>
                </a:lnTo>
                <a:lnTo>
                  <a:pt x="21592" y="9433"/>
                </a:lnTo>
                <a:lnTo>
                  <a:pt x="21575" y="9089"/>
                </a:lnTo>
                <a:lnTo>
                  <a:pt x="21552" y="8744"/>
                </a:lnTo>
                <a:lnTo>
                  <a:pt x="21527" y="8444"/>
                </a:lnTo>
                <a:lnTo>
                  <a:pt x="21493" y="8156"/>
                </a:lnTo>
                <a:lnTo>
                  <a:pt x="21454" y="7911"/>
                </a:lnTo>
                <a:lnTo>
                  <a:pt x="21412" y="7678"/>
                </a:lnTo>
                <a:lnTo>
                  <a:pt x="21358" y="7467"/>
                </a:lnTo>
                <a:lnTo>
                  <a:pt x="21305" y="7300"/>
                </a:lnTo>
                <a:lnTo>
                  <a:pt x="21243" y="7167"/>
                </a:lnTo>
                <a:lnTo>
                  <a:pt x="21175" y="7033"/>
                </a:lnTo>
                <a:lnTo>
                  <a:pt x="21108" y="6933"/>
                </a:lnTo>
                <a:lnTo>
                  <a:pt x="21029" y="6878"/>
                </a:lnTo>
                <a:lnTo>
                  <a:pt x="20948" y="6822"/>
                </a:lnTo>
                <a:lnTo>
                  <a:pt x="20860" y="6822"/>
                </a:lnTo>
                <a:close/>
                <a:moveTo>
                  <a:pt x="16501" y="6967"/>
                </a:moveTo>
                <a:lnTo>
                  <a:pt x="16130" y="6967"/>
                </a:lnTo>
                <a:lnTo>
                  <a:pt x="16124" y="6989"/>
                </a:lnTo>
                <a:lnTo>
                  <a:pt x="16121" y="7011"/>
                </a:lnTo>
                <a:lnTo>
                  <a:pt x="16121" y="14378"/>
                </a:lnTo>
                <a:lnTo>
                  <a:pt x="16124" y="14400"/>
                </a:lnTo>
                <a:lnTo>
                  <a:pt x="16130" y="14422"/>
                </a:lnTo>
                <a:lnTo>
                  <a:pt x="16512" y="14422"/>
                </a:lnTo>
                <a:lnTo>
                  <a:pt x="16518" y="14400"/>
                </a:lnTo>
                <a:lnTo>
                  <a:pt x="16521" y="14378"/>
                </a:lnTo>
                <a:lnTo>
                  <a:pt x="16521" y="7011"/>
                </a:lnTo>
                <a:lnTo>
                  <a:pt x="16518" y="6989"/>
                </a:lnTo>
                <a:lnTo>
                  <a:pt x="16512" y="6967"/>
                </a:lnTo>
                <a:lnTo>
                  <a:pt x="16501" y="6967"/>
                </a:lnTo>
                <a:close/>
                <a:moveTo>
                  <a:pt x="16324" y="4089"/>
                </a:moveTo>
                <a:lnTo>
                  <a:pt x="16270" y="4111"/>
                </a:lnTo>
                <a:lnTo>
                  <a:pt x="16225" y="4167"/>
                </a:lnTo>
                <a:lnTo>
                  <a:pt x="16183" y="4244"/>
                </a:lnTo>
                <a:lnTo>
                  <a:pt x="16149" y="4356"/>
                </a:lnTo>
                <a:lnTo>
                  <a:pt x="16121" y="4511"/>
                </a:lnTo>
                <a:lnTo>
                  <a:pt x="16096" y="4656"/>
                </a:lnTo>
                <a:lnTo>
                  <a:pt x="16082" y="4856"/>
                </a:lnTo>
                <a:lnTo>
                  <a:pt x="16076" y="5044"/>
                </a:lnTo>
                <a:lnTo>
                  <a:pt x="16082" y="5233"/>
                </a:lnTo>
                <a:lnTo>
                  <a:pt x="16096" y="5400"/>
                </a:lnTo>
                <a:lnTo>
                  <a:pt x="16121" y="5578"/>
                </a:lnTo>
                <a:lnTo>
                  <a:pt x="16149" y="5711"/>
                </a:lnTo>
                <a:lnTo>
                  <a:pt x="16183" y="5822"/>
                </a:lnTo>
                <a:lnTo>
                  <a:pt x="16225" y="5922"/>
                </a:lnTo>
                <a:lnTo>
                  <a:pt x="16270" y="5978"/>
                </a:lnTo>
                <a:lnTo>
                  <a:pt x="16324" y="6000"/>
                </a:lnTo>
                <a:lnTo>
                  <a:pt x="16372" y="5978"/>
                </a:lnTo>
                <a:lnTo>
                  <a:pt x="16414" y="5922"/>
                </a:lnTo>
                <a:lnTo>
                  <a:pt x="16459" y="5822"/>
                </a:lnTo>
                <a:lnTo>
                  <a:pt x="16492" y="5711"/>
                </a:lnTo>
                <a:lnTo>
                  <a:pt x="16521" y="5578"/>
                </a:lnTo>
                <a:lnTo>
                  <a:pt x="16546" y="5400"/>
                </a:lnTo>
                <a:lnTo>
                  <a:pt x="16560" y="5233"/>
                </a:lnTo>
                <a:lnTo>
                  <a:pt x="16566" y="5044"/>
                </a:lnTo>
                <a:lnTo>
                  <a:pt x="16560" y="4856"/>
                </a:lnTo>
                <a:lnTo>
                  <a:pt x="16546" y="4656"/>
                </a:lnTo>
                <a:lnTo>
                  <a:pt x="16521" y="4511"/>
                </a:lnTo>
                <a:lnTo>
                  <a:pt x="16492" y="4356"/>
                </a:lnTo>
                <a:lnTo>
                  <a:pt x="16459" y="4244"/>
                </a:lnTo>
                <a:lnTo>
                  <a:pt x="16414" y="4167"/>
                </a:lnTo>
                <a:lnTo>
                  <a:pt x="16372" y="4111"/>
                </a:lnTo>
                <a:lnTo>
                  <a:pt x="16324" y="4089"/>
                </a:lnTo>
                <a:close/>
                <a:moveTo>
                  <a:pt x="2720" y="0"/>
                </a:moveTo>
                <a:lnTo>
                  <a:pt x="2579" y="0"/>
                </a:lnTo>
                <a:lnTo>
                  <a:pt x="2441" y="56"/>
                </a:lnTo>
                <a:lnTo>
                  <a:pt x="2306" y="111"/>
                </a:lnTo>
                <a:lnTo>
                  <a:pt x="2168" y="211"/>
                </a:lnTo>
                <a:lnTo>
                  <a:pt x="2039" y="322"/>
                </a:lnTo>
                <a:lnTo>
                  <a:pt x="1910" y="478"/>
                </a:lnTo>
                <a:lnTo>
                  <a:pt x="1783" y="644"/>
                </a:lnTo>
                <a:lnTo>
                  <a:pt x="1662" y="844"/>
                </a:lnTo>
                <a:lnTo>
                  <a:pt x="1541" y="1056"/>
                </a:lnTo>
                <a:lnTo>
                  <a:pt x="1420" y="1300"/>
                </a:lnTo>
                <a:lnTo>
                  <a:pt x="1311" y="1544"/>
                </a:lnTo>
                <a:lnTo>
                  <a:pt x="1198" y="1833"/>
                </a:lnTo>
                <a:lnTo>
                  <a:pt x="1091" y="2144"/>
                </a:lnTo>
                <a:lnTo>
                  <a:pt x="990" y="2444"/>
                </a:lnTo>
                <a:lnTo>
                  <a:pt x="889" y="2789"/>
                </a:lnTo>
                <a:lnTo>
                  <a:pt x="796" y="3156"/>
                </a:lnTo>
                <a:lnTo>
                  <a:pt x="706" y="3511"/>
                </a:lnTo>
                <a:lnTo>
                  <a:pt x="619" y="3911"/>
                </a:lnTo>
                <a:lnTo>
                  <a:pt x="540" y="4311"/>
                </a:lnTo>
                <a:lnTo>
                  <a:pt x="464" y="4733"/>
                </a:lnTo>
                <a:lnTo>
                  <a:pt x="391" y="5178"/>
                </a:lnTo>
                <a:lnTo>
                  <a:pt x="329" y="5611"/>
                </a:lnTo>
                <a:lnTo>
                  <a:pt x="264" y="6089"/>
                </a:lnTo>
                <a:lnTo>
                  <a:pt x="214" y="6567"/>
                </a:lnTo>
                <a:lnTo>
                  <a:pt x="163" y="7044"/>
                </a:lnTo>
                <a:lnTo>
                  <a:pt x="121" y="7544"/>
                </a:lnTo>
                <a:lnTo>
                  <a:pt x="82" y="8056"/>
                </a:lnTo>
                <a:lnTo>
                  <a:pt x="53" y="8578"/>
                </a:lnTo>
                <a:lnTo>
                  <a:pt x="28" y="9111"/>
                </a:lnTo>
                <a:lnTo>
                  <a:pt x="14" y="9644"/>
                </a:lnTo>
                <a:lnTo>
                  <a:pt x="0" y="10200"/>
                </a:lnTo>
                <a:lnTo>
                  <a:pt x="0" y="11311"/>
                </a:lnTo>
                <a:lnTo>
                  <a:pt x="14" y="11856"/>
                </a:lnTo>
                <a:lnTo>
                  <a:pt x="28" y="12400"/>
                </a:lnTo>
                <a:lnTo>
                  <a:pt x="53" y="12911"/>
                </a:lnTo>
                <a:lnTo>
                  <a:pt x="82" y="13444"/>
                </a:lnTo>
                <a:lnTo>
                  <a:pt x="121" y="13944"/>
                </a:lnTo>
                <a:lnTo>
                  <a:pt x="163" y="14456"/>
                </a:lnTo>
                <a:lnTo>
                  <a:pt x="214" y="14933"/>
                </a:lnTo>
                <a:lnTo>
                  <a:pt x="264" y="15411"/>
                </a:lnTo>
                <a:lnTo>
                  <a:pt x="329" y="15867"/>
                </a:lnTo>
                <a:lnTo>
                  <a:pt x="391" y="16333"/>
                </a:lnTo>
                <a:lnTo>
                  <a:pt x="464" y="16767"/>
                </a:lnTo>
                <a:lnTo>
                  <a:pt x="540" y="17189"/>
                </a:lnTo>
                <a:lnTo>
                  <a:pt x="619" y="17589"/>
                </a:lnTo>
                <a:lnTo>
                  <a:pt x="706" y="17989"/>
                </a:lnTo>
                <a:lnTo>
                  <a:pt x="796" y="18356"/>
                </a:lnTo>
                <a:lnTo>
                  <a:pt x="889" y="18711"/>
                </a:lnTo>
                <a:lnTo>
                  <a:pt x="990" y="19056"/>
                </a:lnTo>
                <a:lnTo>
                  <a:pt x="1091" y="19367"/>
                </a:lnTo>
                <a:lnTo>
                  <a:pt x="1198" y="19667"/>
                </a:lnTo>
                <a:lnTo>
                  <a:pt x="1311" y="19956"/>
                </a:lnTo>
                <a:lnTo>
                  <a:pt x="1420" y="20211"/>
                </a:lnTo>
                <a:lnTo>
                  <a:pt x="1541" y="20456"/>
                </a:lnTo>
                <a:lnTo>
                  <a:pt x="1662" y="20667"/>
                </a:lnTo>
                <a:lnTo>
                  <a:pt x="1783" y="20856"/>
                </a:lnTo>
                <a:lnTo>
                  <a:pt x="1910" y="21022"/>
                </a:lnTo>
                <a:lnTo>
                  <a:pt x="2039" y="21156"/>
                </a:lnTo>
                <a:lnTo>
                  <a:pt x="2168" y="21289"/>
                </a:lnTo>
                <a:lnTo>
                  <a:pt x="2306" y="21389"/>
                </a:lnTo>
                <a:lnTo>
                  <a:pt x="2441" y="21444"/>
                </a:lnTo>
                <a:lnTo>
                  <a:pt x="2579" y="21489"/>
                </a:lnTo>
                <a:lnTo>
                  <a:pt x="2720" y="21500"/>
                </a:lnTo>
                <a:lnTo>
                  <a:pt x="2860" y="21489"/>
                </a:lnTo>
                <a:lnTo>
                  <a:pt x="3001" y="21444"/>
                </a:lnTo>
                <a:lnTo>
                  <a:pt x="3136" y="21389"/>
                </a:lnTo>
                <a:lnTo>
                  <a:pt x="3265" y="21289"/>
                </a:lnTo>
                <a:lnTo>
                  <a:pt x="3403" y="21156"/>
                </a:lnTo>
                <a:lnTo>
                  <a:pt x="3527" y="21022"/>
                </a:lnTo>
                <a:lnTo>
                  <a:pt x="3659" y="20856"/>
                </a:lnTo>
                <a:lnTo>
                  <a:pt x="3780" y="20667"/>
                </a:lnTo>
                <a:lnTo>
                  <a:pt x="3901" y="20456"/>
                </a:lnTo>
                <a:lnTo>
                  <a:pt x="4016" y="20211"/>
                </a:lnTo>
                <a:lnTo>
                  <a:pt x="4132" y="19956"/>
                </a:lnTo>
                <a:lnTo>
                  <a:pt x="4244" y="19667"/>
                </a:lnTo>
                <a:lnTo>
                  <a:pt x="4348" y="19367"/>
                </a:lnTo>
                <a:lnTo>
                  <a:pt x="4449" y="19056"/>
                </a:lnTo>
                <a:lnTo>
                  <a:pt x="4551" y="18711"/>
                </a:lnTo>
                <a:lnTo>
                  <a:pt x="4643" y="18356"/>
                </a:lnTo>
                <a:lnTo>
                  <a:pt x="4736" y="17989"/>
                </a:lnTo>
                <a:lnTo>
                  <a:pt x="4823" y="17589"/>
                </a:lnTo>
                <a:lnTo>
                  <a:pt x="4899" y="17189"/>
                </a:lnTo>
                <a:lnTo>
                  <a:pt x="4978" y="16767"/>
                </a:lnTo>
                <a:lnTo>
                  <a:pt x="5048" y="16333"/>
                </a:lnTo>
                <a:lnTo>
                  <a:pt x="5113" y="15867"/>
                </a:lnTo>
                <a:lnTo>
                  <a:pt x="5175" y="15411"/>
                </a:lnTo>
                <a:lnTo>
                  <a:pt x="5228" y="14933"/>
                </a:lnTo>
                <a:lnTo>
                  <a:pt x="5276" y="14456"/>
                </a:lnTo>
                <a:lnTo>
                  <a:pt x="5321" y="13944"/>
                </a:lnTo>
                <a:lnTo>
                  <a:pt x="5355" y="13444"/>
                </a:lnTo>
                <a:lnTo>
                  <a:pt x="5389" y="12911"/>
                </a:lnTo>
                <a:lnTo>
                  <a:pt x="5411" y="12400"/>
                </a:lnTo>
                <a:lnTo>
                  <a:pt x="5425" y="11856"/>
                </a:lnTo>
                <a:lnTo>
                  <a:pt x="5437" y="11311"/>
                </a:lnTo>
                <a:lnTo>
                  <a:pt x="5442" y="10756"/>
                </a:lnTo>
                <a:lnTo>
                  <a:pt x="5437" y="10200"/>
                </a:lnTo>
                <a:lnTo>
                  <a:pt x="5425" y="9644"/>
                </a:lnTo>
                <a:lnTo>
                  <a:pt x="5411" y="9111"/>
                </a:lnTo>
                <a:lnTo>
                  <a:pt x="5389" y="8578"/>
                </a:lnTo>
                <a:lnTo>
                  <a:pt x="5355" y="8056"/>
                </a:lnTo>
                <a:lnTo>
                  <a:pt x="5321" y="7544"/>
                </a:lnTo>
                <a:lnTo>
                  <a:pt x="5276" y="7044"/>
                </a:lnTo>
                <a:lnTo>
                  <a:pt x="5228" y="6567"/>
                </a:lnTo>
                <a:lnTo>
                  <a:pt x="5175" y="6089"/>
                </a:lnTo>
                <a:lnTo>
                  <a:pt x="5113" y="5611"/>
                </a:lnTo>
                <a:lnTo>
                  <a:pt x="5048" y="5178"/>
                </a:lnTo>
                <a:lnTo>
                  <a:pt x="4978" y="4733"/>
                </a:lnTo>
                <a:lnTo>
                  <a:pt x="4899" y="4311"/>
                </a:lnTo>
                <a:lnTo>
                  <a:pt x="4823" y="3911"/>
                </a:lnTo>
                <a:lnTo>
                  <a:pt x="4736" y="3511"/>
                </a:lnTo>
                <a:lnTo>
                  <a:pt x="4643" y="3156"/>
                </a:lnTo>
                <a:lnTo>
                  <a:pt x="4551" y="2789"/>
                </a:lnTo>
                <a:lnTo>
                  <a:pt x="4449" y="2444"/>
                </a:lnTo>
                <a:lnTo>
                  <a:pt x="4348" y="2144"/>
                </a:lnTo>
                <a:lnTo>
                  <a:pt x="4244" y="1833"/>
                </a:lnTo>
                <a:lnTo>
                  <a:pt x="4132" y="1544"/>
                </a:lnTo>
                <a:lnTo>
                  <a:pt x="4016" y="1300"/>
                </a:lnTo>
                <a:lnTo>
                  <a:pt x="3901" y="1056"/>
                </a:lnTo>
                <a:lnTo>
                  <a:pt x="3780" y="844"/>
                </a:lnTo>
                <a:lnTo>
                  <a:pt x="3659" y="644"/>
                </a:lnTo>
                <a:lnTo>
                  <a:pt x="3527" y="478"/>
                </a:lnTo>
                <a:lnTo>
                  <a:pt x="3403" y="322"/>
                </a:lnTo>
                <a:lnTo>
                  <a:pt x="3265" y="211"/>
                </a:lnTo>
                <a:lnTo>
                  <a:pt x="3136" y="111"/>
                </a:lnTo>
                <a:lnTo>
                  <a:pt x="3001" y="56"/>
                </a:lnTo>
                <a:lnTo>
                  <a:pt x="2860" y="0"/>
                </a:lnTo>
                <a:lnTo>
                  <a:pt x="2720" y="0"/>
                </a:lnTo>
                <a:close/>
                <a:moveTo>
                  <a:pt x="2000" y="13600"/>
                </a:moveTo>
                <a:lnTo>
                  <a:pt x="1929" y="13289"/>
                </a:lnTo>
                <a:lnTo>
                  <a:pt x="1870" y="12967"/>
                </a:lnTo>
                <a:lnTo>
                  <a:pt x="1817" y="12622"/>
                </a:lnTo>
                <a:lnTo>
                  <a:pt x="1775" y="12256"/>
                </a:lnTo>
                <a:lnTo>
                  <a:pt x="1741" y="11900"/>
                </a:lnTo>
                <a:lnTo>
                  <a:pt x="1721" y="11511"/>
                </a:lnTo>
                <a:lnTo>
                  <a:pt x="1704" y="11133"/>
                </a:lnTo>
                <a:lnTo>
                  <a:pt x="1702" y="10756"/>
                </a:lnTo>
                <a:lnTo>
                  <a:pt x="1704" y="10367"/>
                </a:lnTo>
                <a:lnTo>
                  <a:pt x="1721" y="9989"/>
                </a:lnTo>
                <a:lnTo>
                  <a:pt x="1741" y="9611"/>
                </a:lnTo>
                <a:lnTo>
                  <a:pt x="1775" y="9222"/>
                </a:lnTo>
                <a:lnTo>
                  <a:pt x="1817" y="8878"/>
                </a:lnTo>
                <a:lnTo>
                  <a:pt x="1870" y="8533"/>
                </a:lnTo>
                <a:lnTo>
                  <a:pt x="1929" y="8211"/>
                </a:lnTo>
                <a:lnTo>
                  <a:pt x="2000" y="7911"/>
                </a:lnTo>
                <a:lnTo>
                  <a:pt x="2078" y="7622"/>
                </a:lnTo>
                <a:lnTo>
                  <a:pt x="2160" y="7389"/>
                </a:lnTo>
                <a:lnTo>
                  <a:pt x="2247" y="7178"/>
                </a:lnTo>
                <a:lnTo>
                  <a:pt x="2334" y="7011"/>
                </a:lnTo>
                <a:lnTo>
                  <a:pt x="2430" y="6878"/>
                </a:lnTo>
                <a:lnTo>
                  <a:pt x="2528" y="6800"/>
                </a:lnTo>
                <a:lnTo>
                  <a:pt x="2624" y="6744"/>
                </a:lnTo>
                <a:lnTo>
                  <a:pt x="2720" y="6722"/>
                </a:lnTo>
                <a:lnTo>
                  <a:pt x="2818" y="6744"/>
                </a:lnTo>
                <a:lnTo>
                  <a:pt x="2914" y="6800"/>
                </a:lnTo>
                <a:lnTo>
                  <a:pt x="3009" y="6878"/>
                </a:lnTo>
                <a:lnTo>
                  <a:pt x="3102" y="7011"/>
                </a:lnTo>
                <a:lnTo>
                  <a:pt x="3195" y="7178"/>
                </a:lnTo>
                <a:lnTo>
                  <a:pt x="3282" y="7389"/>
                </a:lnTo>
                <a:lnTo>
                  <a:pt x="3364" y="7622"/>
                </a:lnTo>
                <a:lnTo>
                  <a:pt x="3440" y="7911"/>
                </a:lnTo>
                <a:lnTo>
                  <a:pt x="3513" y="8211"/>
                </a:lnTo>
                <a:lnTo>
                  <a:pt x="3572" y="8533"/>
                </a:lnTo>
                <a:lnTo>
                  <a:pt x="3625" y="8878"/>
                </a:lnTo>
                <a:lnTo>
                  <a:pt x="3667" y="9222"/>
                </a:lnTo>
                <a:lnTo>
                  <a:pt x="3696" y="9611"/>
                </a:lnTo>
                <a:lnTo>
                  <a:pt x="3721" y="9989"/>
                </a:lnTo>
                <a:lnTo>
                  <a:pt x="3735" y="10367"/>
                </a:lnTo>
                <a:lnTo>
                  <a:pt x="3741" y="10756"/>
                </a:lnTo>
                <a:lnTo>
                  <a:pt x="3735" y="11133"/>
                </a:lnTo>
                <a:lnTo>
                  <a:pt x="3721" y="11511"/>
                </a:lnTo>
                <a:lnTo>
                  <a:pt x="3696" y="11900"/>
                </a:lnTo>
                <a:lnTo>
                  <a:pt x="3667" y="12256"/>
                </a:lnTo>
                <a:lnTo>
                  <a:pt x="3625" y="12622"/>
                </a:lnTo>
                <a:lnTo>
                  <a:pt x="3572" y="12967"/>
                </a:lnTo>
                <a:lnTo>
                  <a:pt x="3513" y="13289"/>
                </a:lnTo>
                <a:lnTo>
                  <a:pt x="3440" y="13600"/>
                </a:lnTo>
                <a:lnTo>
                  <a:pt x="3364" y="13889"/>
                </a:lnTo>
                <a:lnTo>
                  <a:pt x="3282" y="14111"/>
                </a:lnTo>
                <a:lnTo>
                  <a:pt x="3195" y="14322"/>
                </a:lnTo>
                <a:lnTo>
                  <a:pt x="3102" y="14500"/>
                </a:lnTo>
                <a:lnTo>
                  <a:pt x="3009" y="14611"/>
                </a:lnTo>
                <a:lnTo>
                  <a:pt x="2914" y="14711"/>
                </a:lnTo>
                <a:lnTo>
                  <a:pt x="2818" y="14767"/>
                </a:lnTo>
                <a:lnTo>
                  <a:pt x="2720" y="14778"/>
                </a:lnTo>
                <a:lnTo>
                  <a:pt x="2624" y="14767"/>
                </a:lnTo>
                <a:lnTo>
                  <a:pt x="2528" y="14711"/>
                </a:lnTo>
                <a:lnTo>
                  <a:pt x="2430" y="14611"/>
                </a:lnTo>
                <a:lnTo>
                  <a:pt x="2334" y="14500"/>
                </a:lnTo>
                <a:lnTo>
                  <a:pt x="2247" y="14322"/>
                </a:lnTo>
                <a:lnTo>
                  <a:pt x="2160" y="14111"/>
                </a:lnTo>
                <a:lnTo>
                  <a:pt x="2078" y="13889"/>
                </a:lnTo>
                <a:lnTo>
                  <a:pt x="2000" y="13600"/>
                </a:lnTo>
                <a:close/>
                <a:moveTo>
                  <a:pt x="4044" y="17989"/>
                </a:moveTo>
                <a:lnTo>
                  <a:pt x="3991" y="17989"/>
                </a:lnTo>
                <a:lnTo>
                  <a:pt x="3937" y="17956"/>
                </a:lnTo>
                <a:lnTo>
                  <a:pt x="3890" y="17911"/>
                </a:lnTo>
                <a:lnTo>
                  <a:pt x="3847" y="17833"/>
                </a:lnTo>
                <a:lnTo>
                  <a:pt x="3797" y="17767"/>
                </a:lnTo>
                <a:lnTo>
                  <a:pt x="3760" y="17644"/>
                </a:lnTo>
                <a:lnTo>
                  <a:pt x="3721" y="17533"/>
                </a:lnTo>
                <a:lnTo>
                  <a:pt x="3682" y="17400"/>
                </a:lnTo>
                <a:lnTo>
                  <a:pt x="3648" y="17267"/>
                </a:lnTo>
                <a:lnTo>
                  <a:pt x="3620" y="17111"/>
                </a:lnTo>
                <a:lnTo>
                  <a:pt x="3594" y="16944"/>
                </a:lnTo>
                <a:lnTo>
                  <a:pt x="3572" y="16767"/>
                </a:lnTo>
                <a:lnTo>
                  <a:pt x="3558" y="16578"/>
                </a:lnTo>
                <a:lnTo>
                  <a:pt x="3541" y="16389"/>
                </a:lnTo>
                <a:lnTo>
                  <a:pt x="3538" y="16200"/>
                </a:lnTo>
                <a:lnTo>
                  <a:pt x="3532" y="15989"/>
                </a:lnTo>
                <a:lnTo>
                  <a:pt x="3538" y="15778"/>
                </a:lnTo>
                <a:lnTo>
                  <a:pt x="3541" y="15567"/>
                </a:lnTo>
                <a:lnTo>
                  <a:pt x="3558" y="15378"/>
                </a:lnTo>
                <a:lnTo>
                  <a:pt x="3572" y="15200"/>
                </a:lnTo>
                <a:lnTo>
                  <a:pt x="3594" y="15011"/>
                </a:lnTo>
                <a:lnTo>
                  <a:pt x="3620" y="14856"/>
                </a:lnTo>
                <a:lnTo>
                  <a:pt x="3648" y="14711"/>
                </a:lnTo>
                <a:lnTo>
                  <a:pt x="3682" y="14556"/>
                </a:lnTo>
                <a:lnTo>
                  <a:pt x="3721" y="14422"/>
                </a:lnTo>
                <a:lnTo>
                  <a:pt x="3760" y="14300"/>
                </a:lnTo>
                <a:lnTo>
                  <a:pt x="3797" y="14211"/>
                </a:lnTo>
                <a:lnTo>
                  <a:pt x="3847" y="14111"/>
                </a:lnTo>
                <a:lnTo>
                  <a:pt x="3890" y="14056"/>
                </a:lnTo>
                <a:lnTo>
                  <a:pt x="3937" y="14000"/>
                </a:lnTo>
                <a:lnTo>
                  <a:pt x="4044" y="13956"/>
                </a:lnTo>
                <a:lnTo>
                  <a:pt x="4098" y="13978"/>
                </a:lnTo>
                <a:lnTo>
                  <a:pt x="4146" y="14000"/>
                </a:lnTo>
                <a:lnTo>
                  <a:pt x="4193" y="14056"/>
                </a:lnTo>
                <a:lnTo>
                  <a:pt x="4244" y="14111"/>
                </a:lnTo>
                <a:lnTo>
                  <a:pt x="4286" y="14211"/>
                </a:lnTo>
                <a:lnTo>
                  <a:pt x="4328" y="14300"/>
                </a:lnTo>
                <a:lnTo>
                  <a:pt x="4368" y="14422"/>
                </a:lnTo>
                <a:lnTo>
                  <a:pt x="4402" y="14556"/>
                </a:lnTo>
                <a:lnTo>
                  <a:pt x="4435" y="14711"/>
                </a:lnTo>
                <a:lnTo>
                  <a:pt x="4466" y="14856"/>
                </a:lnTo>
                <a:lnTo>
                  <a:pt x="4494" y="15011"/>
                </a:lnTo>
                <a:lnTo>
                  <a:pt x="4514" y="15200"/>
                </a:lnTo>
                <a:lnTo>
                  <a:pt x="4534" y="15378"/>
                </a:lnTo>
                <a:lnTo>
                  <a:pt x="4542" y="15567"/>
                </a:lnTo>
                <a:lnTo>
                  <a:pt x="4551" y="15778"/>
                </a:lnTo>
                <a:lnTo>
                  <a:pt x="4551" y="16200"/>
                </a:lnTo>
                <a:lnTo>
                  <a:pt x="4534" y="16578"/>
                </a:lnTo>
                <a:lnTo>
                  <a:pt x="4514" y="16767"/>
                </a:lnTo>
                <a:lnTo>
                  <a:pt x="4494" y="16944"/>
                </a:lnTo>
                <a:lnTo>
                  <a:pt x="4466" y="17111"/>
                </a:lnTo>
                <a:lnTo>
                  <a:pt x="4435" y="17267"/>
                </a:lnTo>
                <a:lnTo>
                  <a:pt x="4368" y="17533"/>
                </a:lnTo>
                <a:lnTo>
                  <a:pt x="4328" y="17644"/>
                </a:lnTo>
                <a:lnTo>
                  <a:pt x="4286" y="17767"/>
                </a:lnTo>
                <a:lnTo>
                  <a:pt x="4244" y="17833"/>
                </a:lnTo>
                <a:lnTo>
                  <a:pt x="4193" y="17911"/>
                </a:lnTo>
                <a:lnTo>
                  <a:pt x="4146" y="17956"/>
                </a:lnTo>
                <a:lnTo>
                  <a:pt x="4098" y="17989"/>
                </a:lnTo>
                <a:lnTo>
                  <a:pt x="4044" y="17989"/>
                </a:lnTo>
                <a:close/>
                <a:moveTo>
                  <a:pt x="5127" y="18911"/>
                </a:moveTo>
                <a:lnTo>
                  <a:pt x="5093" y="18922"/>
                </a:lnTo>
                <a:lnTo>
                  <a:pt x="5060" y="18944"/>
                </a:lnTo>
                <a:lnTo>
                  <a:pt x="5026" y="18989"/>
                </a:lnTo>
                <a:lnTo>
                  <a:pt x="4992" y="19022"/>
                </a:lnTo>
                <a:lnTo>
                  <a:pt x="4964" y="19078"/>
                </a:lnTo>
                <a:lnTo>
                  <a:pt x="4933" y="19133"/>
                </a:lnTo>
                <a:lnTo>
                  <a:pt x="4911" y="19233"/>
                </a:lnTo>
                <a:lnTo>
                  <a:pt x="4885" y="19311"/>
                </a:lnTo>
                <a:lnTo>
                  <a:pt x="4860" y="19400"/>
                </a:lnTo>
                <a:lnTo>
                  <a:pt x="4843" y="19500"/>
                </a:lnTo>
                <a:lnTo>
                  <a:pt x="4826" y="19611"/>
                </a:lnTo>
                <a:lnTo>
                  <a:pt x="4812" y="19733"/>
                </a:lnTo>
                <a:lnTo>
                  <a:pt x="4804" y="19867"/>
                </a:lnTo>
                <a:lnTo>
                  <a:pt x="4792" y="20000"/>
                </a:lnTo>
                <a:lnTo>
                  <a:pt x="4790" y="20133"/>
                </a:lnTo>
                <a:lnTo>
                  <a:pt x="4784" y="20267"/>
                </a:lnTo>
                <a:lnTo>
                  <a:pt x="4790" y="20400"/>
                </a:lnTo>
                <a:lnTo>
                  <a:pt x="4792" y="20533"/>
                </a:lnTo>
                <a:lnTo>
                  <a:pt x="4804" y="20667"/>
                </a:lnTo>
                <a:lnTo>
                  <a:pt x="4812" y="20778"/>
                </a:lnTo>
                <a:lnTo>
                  <a:pt x="4826" y="20889"/>
                </a:lnTo>
                <a:lnTo>
                  <a:pt x="4843" y="21011"/>
                </a:lnTo>
                <a:lnTo>
                  <a:pt x="4860" y="21122"/>
                </a:lnTo>
                <a:lnTo>
                  <a:pt x="4885" y="21222"/>
                </a:lnTo>
                <a:lnTo>
                  <a:pt x="4911" y="21289"/>
                </a:lnTo>
                <a:lnTo>
                  <a:pt x="4933" y="21367"/>
                </a:lnTo>
                <a:lnTo>
                  <a:pt x="4964" y="21444"/>
                </a:lnTo>
                <a:lnTo>
                  <a:pt x="4992" y="21500"/>
                </a:lnTo>
                <a:lnTo>
                  <a:pt x="5026" y="21544"/>
                </a:lnTo>
                <a:lnTo>
                  <a:pt x="5060" y="21578"/>
                </a:lnTo>
                <a:lnTo>
                  <a:pt x="5093" y="21600"/>
                </a:lnTo>
                <a:lnTo>
                  <a:pt x="5161" y="21600"/>
                </a:lnTo>
                <a:lnTo>
                  <a:pt x="5195" y="21578"/>
                </a:lnTo>
                <a:lnTo>
                  <a:pt x="5228" y="21544"/>
                </a:lnTo>
                <a:lnTo>
                  <a:pt x="5257" y="21500"/>
                </a:lnTo>
                <a:lnTo>
                  <a:pt x="5287" y="21444"/>
                </a:lnTo>
                <a:lnTo>
                  <a:pt x="5344" y="21289"/>
                </a:lnTo>
                <a:lnTo>
                  <a:pt x="5369" y="21222"/>
                </a:lnTo>
                <a:lnTo>
                  <a:pt x="5389" y="21122"/>
                </a:lnTo>
                <a:lnTo>
                  <a:pt x="5408" y="21011"/>
                </a:lnTo>
                <a:lnTo>
                  <a:pt x="5425" y="20889"/>
                </a:lnTo>
                <a:lnTo>
                  <a:pt x="5442" y="20778"/>
                </a:lnTo>
                <a:lnTo>
                  <a:pt x="5451" y="20667"/>
                </a:lnTo>
                <a:lnTo>
                  <a:pt x="5459" y="20533"/>
                </a:lnTo>
                <a:lnTo>
                  <a:pt x="5465" y="20400"/>
                </a:lnTo>
                <a:lnTo>
                  <a:pt x="5465" y="20133"/>
                </a:lnTo>
                <a:lnTo>
                  <a:pt x="5459" y="20000"/>
                </a:lnTo>
                <a:lnTo>
                  <a:pt x="5442" y="19733"/>
                </a:lnTo>
                <a:lnTo>
                  <a:pt x="5425" y="19611"/>
                </a:lnTo>
                <a:lnTo>
                  <a:pt x="5408" y="19500"/>
                </a:lnTo>
                <a:lnTo>
                  <a:pt x="5389" y="19400"/>
                </a:lnTo>
                <a:lnTo>
                  <a:pt x="5369" y="19311"/>
                </a:lnTo>
                <a:lnTo>
                  <a:pt x="5344" y="19233"/>
                </a:lnTo>
                <a:lnTo>
                  <a:pt x="5316" y="19133"/>
                </a:lnTo>
                <a:lnTo>
                  <a:pt x="5287" y="19078"/>
                </a:lnTo>
                <a:lnTo>
                  <a:pt x="5257" y="19022"/>
                </a:lnTo>
                <a:lnTo>
                  <a:pt x="5228" y="18989"/>
                </a:lnTo>
                <a:lnTo>
                  <a:pt x="5195" y="18944"/>
                </a:lnTo>
                <a:lnTo>
                  <a:pt x="5161" y="18922"/>
                </a:lnTo>
                <a:lnTo>
                  <a:pt x="5127" y="18911"/>
                </a:lnTo>
                <a:close/>
              </a:path>
            </a:pathLst>
          </a:custGeom>
          <a:solidFill>
            <a:srgbClr val="000006"/>
          </a:solidFill>
          <a:ln w="12700">
            <a:miter lim="400000"/>
          </a:ln>
        </p:spPr>
        <p:txBody>
          <a:bodyPr lIns="45719" rIns="45719"/>
          <a:lstStyle/>
          <a:p>
            <a:pPr/>
          </a:p>
        </p:txBody>
      </p:sp>
      <p:sp>
        <p:nvSpPr>
          <p:cNvPr id="67" name="MSIPCMContentMarking"/>
          <p:cNvSpPr txBox="1"/>
          <p:nvPr/>
        </p:nvSpPr>
        <p:spPr>
          <a:xfrm>
            <a:off x="5263052" y="6658292"/>
            <a:ext cx="166589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000000"/>
                </a:solidFill>
                <a:latin typeface="+mj-lt"/>
                <a:ea typeface="+mj-ea"/>
                <a:cs typeface="+mj-cs"/>
                <a:sym typeface="Calibri"/>
              </a:defRPr>
            </a:lvl1pPr>
          </a:lstStyle>
          <a:p>
            <a:pPr/>
            <a:r>
              <a:t>Classification: Confidential</a:t>
            </a:r>
          </a:p>
        </p:txBody>
      </p:sp>
      <p:sp>
        <p:nvSpPr>
          <p:cNvPr id="68" name="Insert title"/>
          <p:cNvSpPr txBox="1"/>
          <p:nvPr>
            <p:ph type="title" hasCustomPrompt="1"/>
          </p:nvPr>
        </p:nvSpPr>
        <p:spPr>
          <a:xfrm>
            <a:off x="1212852" y="1537494"/>
            <a:ext cx="4086224" cy="2387601"/>
          </a:xfrm>
          <a:prstGeom prst="rect">
            <a:avLst/>
          </a:prstGeom>
        </p:spPr>
        <p:txBody>
          <a:bodyPr lIns="0" tIns="0" rIns="0" bIns="0" anchor="b">
            <a:normAutofit fontScale="100000" lnSpcReduction="0"/>
          </a:bodyPr>
          <a:lstStyle>
            <a:lvl1pPr>
              <a:lnSpc>
                <a:spcPct val="100000"/>
              </a:lnSpc>
              <a:defRPr sz="2700">
                <a:latin typeface="Roboto Medium"/>
                <a:ea typeface="Roboto Medium"/>
                <a:cs typeface="Roboto Medium"/>
                <a:sym typeface="Roboto Medium"/>
              </a:defRPr>
            </a:lvl1pPr>
          </a:lstStyle>
          <a:p>
            <a:pPr/>
            <a:r>
              <a:t>Insert title</a:t>
            </a:r>
          </a:p>
        </p:txBody>
      </p:sp>
      <p:sp>
        <p:nvSpPr>
          <p:cNvPr id="69" name="Body Level One…"/>
          <p:cNvSpPr txBox="1"/>
          <p:nvPr>
            <p:ph type="body" sz="quarter" idx="1" hasCustomPrompt="1"/>
          </p:nvPr>
        </p:nvSpPr>
        <p:spPr>
          <a:xfrm>
            <a:off x="1212850" y="4126705"/>
            <a:ext cx="4086225" cy="1236663"/>
          </a:xfrm>
          <a:prstGeom prst="rect">
            <a:avLst/>
          </a:prstGeom>
        </p:spPr>
        <p:txBody>
          <a:bodyPr lIns="0" tIns="0" rIns="0" bIns="0">
            <a:normAutofit fontScale="100000" lnSpcReduction="0"/>
          </a:bodyPr>
          <a:lstStyle>
            <a:lvl1pPr marL="0" indent="0">
              <a:lnSpc>
                <a:spcPct val="100000"/>
              </a:lnSpc>
              <a:buSzTx/>
              <a:buFontTx/>
              <a:buNone/>
              <a:defRPr sz="1800">
                <a:latin typeface="Roboto Light"/>
                <a:ea typeface="Roboto Light"/>
                <a:cs typeface="Roboto Light"/>
                <a:sym typeface="Roboto Light"/>
              </a:defRPr>
            </a:lvl1pPr>
            <a:lvl2pPr marL="0" indent="457200">
              <a:lnSpc>
                <a:spcPct val="100000"/>
              </a:lnSpc>
              <a:buSzTx/>
              <a:buFontTx/>
              <a:buNone/>
              <a:defRPr sz="1800">
                <a:latin typeface="Roboto Light"/>
                <a:ea typeface="Roboto Light"/>
                <a:cs typeface="Roboto Light"/>
                <a:sym typeface="Roboto Light"/>
              </a:defRPr>
            </a:lvl2pPr>
            <a:lvl3pPr marL="0" indent="914400">
              <a:lnSpc>
                <a:spcPct val="100000"/>
              </a:lnSpc>
              <a:buSzTx/>
              <a:buFontTx/>
              <a:buNone/>
              <a:defRPr sz="1800">
                <a:latin typeface="Roboto Light"/>
                <a:ea typeface="Roboto Light"/>
                <a:cs typeface="Roboto Light"/>
                <a:sym typeface="Roboto Light"/>
              </a:defRPr>
            </a:lvl3pPr>
            <a:lvl4pPr marL="0" indent="1371600">
              <a:lnSpc>
                <a:spcPct val="100000"/>
              </a:lnSpc>
              <a:buSzTx/>
              <a:buFontTx/>
              <a:buNone/>
              <a:defRPr sz="1800">
                <a:latin typeface="Roboto Light"/>
                <a:ea typeface="Roboto Light"/>
                <a:cs typeface="Roboto Light"/>
                <a:sym typeface="Roboto Light"/>
              </a:defRPr>
            </a:lvl4pPr>
            <a:lvl5pPr marL="0" indent="1828800">
              <a:lnSpc>
                <a:spcPct val="100000"/>
              </a:lnSpc>
              <a:buSzTx/>
              <a:buFontTx/>
              <a:buNone/>
              <a:defRPr sz="1800">
                <a:latin typeface="Roboto Light"/>
                <a:ea typeface="Roboto Light"/>
                <a:cs typeface="Roboto Light"/>
                <a:sym typeface="Roboto Light"/>
              </a:defRPr>
            </a:lvl5pPr>
          </a:lstStyle>
          <a:p>
            <a:pPr/>
            <a:r>
              <a:t>Prepared for / Prepared by:</a:t>
            </a:r>
          </a:p>
          <a:p>
            <a:pPr lvl="1"/>
            <a:r>
              <a:t/>
            </a:r>
          </a:p>
          <a:p>
            <a:pPr lvl="2"/>
            <a:r>
              <a:t/>
            </a:r>
          </a:p>
          <a:p>
            <a:pPr lvl="3"/>
            <a:r>
              <a:t/>
            </a:r>
          </a:p>
          <a:p>
            <a:pPr lvl="4"/>
            <a:r>
              <a:t/>
            </a:r>
          </a:p>
        </p:txBody>
      </p:sp>
      <p:sp>
        <p:nvSpPr>
          <p:cNvPr id="70" name="Rectangle 3"/>
          <p:cNvSpPr/>
          <p:nvPr/>
        </p:nvSpPr>
        <p:spPr>
          <a:xfrm>
            <a:off x="169681" y="6202836"/>
            <a:ext cx="377073" cy="377073"/>
          </a:xfrm>
          <a:prstGeom prst="rect">
            <a:avLst/>
          </a:prstGeom>
          <a:solidFill>
            <a:srgbClr val="000006"/>
          </a:solidFill>
          <a:ln w="12700">
            <a:miter lim="400000"/>
          </a:ln>
        </p:spPr>
        <p:txBody>
          <a:bodyPr lIns="45719" rIns="45719" anchor="ctr"/>
          <a:lstStyle/>
          <a:p>
            <a:pPr algn="ctr">
              <a:defRPr>
                <a:solidFill>
                  <a:srgbClr val="FFFFFF"/>
                </a:solidFill>
              </a:defRPr>
            </a:pPr>
          </a:p>
        </p:txBody>
      </p:sp>
      <p:sp>
        <p:nvSpPr>
          <p:cNvPr id="71" name="Text Placeholder 14"/>
          <p:cNvSpPr/>
          <p:nvPr>
            <p:ph type="body" sz="quarter" idx="21" hasCustomPrompt="1"/>
          </p:nvPr>
        </p:nvSpPr>
        <p:spPr>
          <a:xfrm>
            <a:off x="1212850" y="650875"/>
            <a:ext cx="2128840" cy="244475"/>
          </a:xfrm>
          <a:prstGeom prst="rect">
            <a:avLst/>
          </a:prstGeom>
        </p:spPr>
        <p:txBody>
          <a:bodyPr lIns="0" tIns="0" rIns="0" bIns="0">
            <a:normAutofit fontScale="100000" lnSpcReduction="0"/>
          </a:bodyPr>
          <a:lstStyle>
            <a:lvl1pPr marL="0" indent="0">
              <a:buSzTx/>
              <a:buFontTx/>
              <a:buNone/>
              <a:defRPr sz="1000">
                <a:latin typeface="Roboto Light"/>
                <a:ea typeface="Roboto Light"/>
                <a:cs typeface="Roboto Light"/>
                <a:sym typeface="Roboto Light"/>
              </a:defRPr>
            </a:lvl1pPr>
          </a:lstStyle>
          <a:p>
            <a:pPr/>
            <a:r>
              <a:t>Day Month Year</a:t>
            </a:r>
          </a:p>
        </p:txBody>
      </p:sp>
      <p:sp>
        <p:nvSpPr>
          <p:cNvPr id="72" name="Text Placeholder 14"/>
          <p:cNvSpPr/>
          <p:nvPr>
            <p:ph type="body" sz="quarter" idx="22" hasCustomPrompt="1"/>
          </p:nvPr>
        </p:nvSpPr>
        <p:spPr>
          <a:xfrm>
            <a:off x="1212850" y="458789"/>
            <a:ext cx="2128840" cy="244476"/>
          </a:xfrm>
          <a:prstGeom prst="rect">
            <a:avLst/>
          </a:prstGeom>
        </p:spPr>
        <p:txBody>
          <a:bodyPr lIns="0" tIns="0" rIns="0" bIns="0">
            <a:normAutofit fontScale="100000" lnSpcReduction="0"/>
          </a:bodyPr>
          <a:lstStyle>
            <a:lvl1pPr marL="0" indent="0">
              <a:buSzTx/>
              <a:buFontTx/>
              <a:buNone/>
              <a:defRPr sz="1000">
                <a:latin typeface="Roboto Medium"/>
                <a:ea typeface="Roboto Medium"/>
                <a:cs typeface="Roboto Medium"/>
                <a:sym typeface="Roboto Medium"/>
              </a:defRPr>
            </a:lvl1pPr>
          </a:lstStyle>
          <a:p>
            <a:pPr/>
            <a:r>
              <a:t>Draft</a:t>
            </a:r>
          </a:p>
        </p:txBody>
      </p:sp>
      <p:sp>
        <p:nvSpPr>
          <p:cNvPr id="73" name="Rectangle 7"/>
          <p:cNvSpPr/>
          <p:nvPr/>
        </p:nvSpPr>
        <p:spPr>
          <a:xfrm>
            <a:off x="7580399" y="-2"/>
            <a:ext cx="4611601" cy="6858001"/>
          </a:xfrm>
          <a:prstGeom prst="rect">
            <a:avLst/>
          </a:prstGeom>
          <a:blipFill>
            <a:blip r:embed="rId2"/>
            <a:stretch>
              <a:fillRect/>
            </a:stretch>
          </a:blipFill>
          <a:ln w="12700">
            <a:miter lim="400000"/>
          </a:ln>
        </p:spPr>
        <p:txBody>
          <a:bodyPr lIns="45719" rIns="45719" anchor="ctr"/>
          <a:lstStyle/>
          <a:p>
            <a:pPr algn="ctr">
              <a:defRPr sz="1400"/>
            </a:pPr>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C, privacy &amp; ISO">
    <p:spTree>
      <p:nvGrpSpPr>
        <p:cNvPr id="1" name=""/>
        <p:cNvGrpSpPr/>
        <p:nvPr/>
      </p:nvGrpSpPr>
      <p:grpSpPr>
        <a:xfrm>
          <a:off x="0" y="0"/>
          <a:ext cx="0" cy="0"/>
          <a:chOff x="0" y="0"/>
          <a:chExt cx="0" cy="0"/>
        </a:xfrm>
      </p:grpSpPr>
      <p:sp>
        <p:nvSpPr>
          <p:cNvPr id="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genda Divider (plain)">
    <p:spTree>
      <p:nvGrpSpPr>
        <p:cNvPr id="1" name=""/>
        <p:cNvGrpSpPr/>
        <p:nvPr/>
      </p:nvGrpSpPr>
      <p:grpSpPr>
        <a:xfrm>
          <a:off x="0" y="0"/>
          <a:ext cx="0" cy="0"/>
          <a:chOff x="0" y="0"/>
          <a:chExt cx="0" cy="0"/>
        </a:xfrm>
      </p:grpSpPr>
      <p:sp>
        <p:nvSpPr>
          <p:cNvPr id="87" name="Rectangle 6"/>
          <p:cNvSpPr/>
          <p:nvPr/>
        </p:nvSpPr>
        <p:spPr>
          <a:xfrm>
            <a:off x="-1" y="0"/>
            <a:ext cx="740979" cy="6858000"/>
          </a:xfrm>
          <a:prstGeom prst="rect">
            <a:avLst/>
          </a:prstGeom>
          <a:solidFill>
            <a:srgbClr val="000005"/>
          </a:solidFill>
          <a:ln w="12700">
            <a:miter lim="400000"/>
          </a:ln>
        </p:spPr>
        <p:txBody>
          <a:bodyPr lIns="45719" rIns="45719" anchor="ctr"/>
          <a:lstStyle/>
          <a:p>
            <a:pPr algn="ctr">
              <a:defRPr>
                <a:solidFill>
                  <a:srgbClr val="FFFFFF"/>
                </a:solidFill>
              </a:defRPr>
            </a:pPr>
          </a:p>
        </p:txBody>
      </p:sp>
      <p:sp>
        <p:nvSpPr>
          <p:cNvPr id="88" name="Slide Number"/>
          <p:cNvSpPr txBox="1"/>
          <p:nvPr>
            <p:ph type="sldNum" sz="quarter" idx="2"/>
          </p:nvPr>
        </p:nvSpPr>
        <p:spPr>
          <a:prstGeom prst="rect">
            <a:avLst/>
          </a:prstGeom>
        </p:spPr>
        <p:txBody>
          <a:bodyPr/>
          <a:lstStyle/>
          <a:p>
            <a:pPr/>
            <a:fld id="{86CB4B4D-7CA3-9044-876B-883B54F8677D}" type="slidenum"/>
          </a:p>
        </p:txBody>
      </p:sp>
      <p:sp>
        <p:nvSpPr>
          <p:cNvPr id="89" name="Oval 4"/>
          <p:cNvSpPr/>
          <p:nvPr/>
        </p:nvSpPr>
        <p:spPr>
          <a:xfrm>
            <a:off x="-394522" y="473748"/>
            <a:ext cx="229579" cy="229579"/>
          </a:xfrm>
          <a:prstGeom prst="ellipse">
            <a:avLst/>
          </a:prstGeom>
          <a:solidFill>
            <a:srgbClr val="FFFFFF"/>
          </a:solidFill>
          <a:ln w="6350">
            <a:solidFill>
              <a:srgbClr val="000005"/>
            </a:solidFill>
            <a:miter/>
          </a:ln>
        </p:spPr>
        <p:txBody>
          <a:bodyPr lIns="45719" rIns="45719" anchor="ctr"/>
          <a:lstStyle/>
          <a:p>
            <a:pPr algn="ctr">
              <a:defRPr>
                <a:solidFill>
                  <a:srgbClr val="FFFFFF"/>
                </a:solidFill>
              </a:defRPr>
            </a:pPr>
          </a:p>
        </p:txBody>
      </p:sp>
      <p:sp>
        <p:nvSpPr>
          <p:cNvPr id="90" name="Oval 5"/>
          <p:cNvSpPr/>
          <p:nvPr/>
        </p:nvSpPr>
        <p:spPr>
          <a:xfrm>
            <a:off x="-394522" y="783791"/>
            <a:ext cx="229579" cy="229579"/>
          </a:xfrm>
          <a:prstGeom prst="ellipse">
            <a:avLst/>
          </a:prstGeom>
          <a:solidFill>
            <a:srgbClr val="000005"/>
          </a:solidFill>
          <a:ln w="12700">
            <a:miter lim="400000"/>
          </a:ln>
        </p:spPr>
        <p:txBody>
          <a:bodyPr lIns="45719" rIns="45719" anchor="ctr"/>
          <a:lstStyle/>
          <a:p>
            <a:pPr algn="ctr">
              <a:defRPr>
                <a:solidFill>
                  <a:srgbClr val="FFFFFF"/>
                </a:solidFill>
              </a:defRPr>
            </a:pPr>
          </a:p>
        </p:txBody>
      </p:sp>
      <p:sp>
        <p:nvSpPr>
          <p:cNvPr id="91" name="Oval 7"/>
          <p:cNvSpPr/>
          <p:nvPr/>
        </p:nvSpPr>
        <p:spPr>
          <a:xfrm>
            <a:off x="-394522" y="1093833"/>
            <a:ext cx="229579" cy="229579"/>
          </a:xfrm>
          <a:prstGeom prst="ellipse">
            <a:avLst/>
          </a:prstGeom>
          <a:solidFill>
            <a:srgbClr val="ECE8E4"/>
          </a:solidFill>
          <a:ln w="6350">
            <a:solidFill>
              <a:srgbClr val="000005"/>
            </a:solidFill>
            <a:miter/>
          </a:ln>
        </p:spPr>
        <p:txBody>
          <a:bodyPr lIns="45719" rIns="45719" anchor="ctr"/>
          <a:lstStyle/>
          <a:p>
            <a:pPr algn="ctr">
              <a:defRPr>
                <a:solidFill>
                  <a:srgbClr val="FFFFFF"/>
                </a:solidFill>
              </a:defRPr>
            </a:pPr>
          </a:p>
        </p:txBody>
      </p:sp>
      <p:sp>
        <p:nvSpPr>
          <p:cNvPr id="92" name="Oval 10"/>
          <p:cNvSpPr/>
          <p:nvPr/>
        </p:nvSpPr>
        <p:spPr>
          <a:xfrm>
            <a:off x="-394522" y="1403874"/>
            <a:ext cx="229579" cy="229579"/>
          </a:xfrm>
          <a:prstGeom prst="ellipse">
            <a:avLst/>
          </a:prstGeom>
          <a:solidFill>
            <a:schemeClr val="accent1"/>
          </a:solidFill>
          <a:ln w="12700">
            <a:miter lim="400000"/>
          </a:ln>
        </p:spPr>
        <p:txBody>
          <a:bodyPr lIns="45719" rIns="45719" anchor="ctr"/>
          <a:lstStyle/>
          <a:p>
            <a:pPr algn="ctr">
              <a:defRPr>
                <a:solidFill>
                  <a:srgbClr val="FFFFFF"/>
                </a:solidFill>
              </a:defRPr>
            </a:pPr>
          </a:p>
        </p:txBody>
      </p:sp>
      <p:sp>
        <p:nvSpPr>
          <p:cNvPr id="93" name="Oval 11"/>
          <p:cNvSpPr/>
          <p:nvPr/>
        </p:nvSpPr>
        <p:spPr>
          <a:xfrm>
            <a:off x="-394522" y="2334000"/>
            <a:ext cx="229579" cy="229579"/>
          </a:xfrm>
          <a:prstGeom prst="ellipse">
            <a:avLst/>
          </a:prstGeom>
          <a:solidFill>
            <a:schemeClr val="accent2"/>
          </a:solidFill>
          <a:ln w="12700">
            <a:miter lim="400000"/>
          </a:ln>
        </p:spPr>
        <p:txBody>
          <a:bodyPr lIns="45719" rIns="45719" anchor="ctr"/>
          <a:lstStyle/>
          <a:p>
            <a:pPr algn="ctr">
              <a:defRPr>
                <a:solidFill>
                  <a:srgbClr val="FFFFFF"/>
                </a:solidFill>
              </a:defRPr>
            </a:pPr>
          </a:p>
        </p:txBody>
      </p:sp>
      <p:sp>
        <p:nvSpPr>
          <p:cNvPr id="94" name="Oval 12"/>
          <p:cNvSpPr/>
          <p:nvPr/>
        </p:nvSpPr>
        <p:spPr>
          <a:xfrm>
            <a:off x="-394522" y="1713917"/>
            <a:ext cx="229579" cy="229579"/>
          </a:xfrm>
          <a:prstGeom prst="ellipse">
            <a:avLst/>
          </a:prstGeom>
          <a:solidFill>
            <a:schemeClr val="accent4"/>
          </a:solidFill>
          <a:ln w="12700">
            <a:miter lim="400000"/>
          </a:ln>
        </p:spPr>
        <p:txBody>
          <a:bodyPr lIns="45719" rIns="45719" anchor="ctr"/>
          <a:lstStyle/>
          <a:p>
            <a:pPr algn="ctr">
              <a:defRPr>
                <a:solidFill>
                  <a:srgbClr val="FFFFFF"/>
                </a:solidFill>
              </a:defRPr>
            </a:pPr>
          </a:p>
        </p:txBody>
      </p:sp>
      <p:sp>
        <p:nvSpPr>
          <p:cNvPr id="95" name="Oval 13"/>
          <p:cNvSpPr/>
          <p:nvPr/>
        </p:nvSpPr>
        <p:spPr>
          <a:xfrm>
            <a:off x="-394522" y="2023959"/>
            <a:ext cx="229579" cy="229579"/>
          </a:xfrm>
          <a:prstGeom prst="ellipse">
            <a:avLst/>
          </a:prstGeom>
          <a:solidFill>
            <a:schemeClr val="accent3"/>
          </a:solidFill>
          <a:ln w="12700">
            <a:miter lim="400000"/>
          </a:ln>
        </p:spPr>
        <p:txBody>
          <a:bodyPr lIns="45719" rIns="45719" anchor="ctr"/>
          <a:lstStyle/>
          <a:p>
            <a:pPr algn="ctr">
              <a:defRPr>
                <a:solidFill>
                  <a:srgbClr val="FFFFFF"/>
                </a:solidFill>
              </a:defRPr>
            </a:pPr>
          </a:p>
        </p:txBody>
      </p:sp>
      <p:sp>
        <p:nvSpPr>
          <p:cNvPr id="96" name="Oval 14"/>
          <p:cNvSpPr/>
          <p:nvPr/>
        </p:nvSpPr>
        <p:spPr>
          <a:xfrm>
            <a:off x="-394522" y="2644043"/>
            <a:ext cx="229579" cy="229579"/>
          </a:xfrm>
          <a:prstGeom prst="ellipse">
            <a:avLst/>
          </a:prstGeom>
          <a:solidFill>
            <a:schemeClr val="accent6"/>
          </a:solidFill>
          <a:ln w="12700">
            <a:miter lim="400000"/>
          </a:ln>
        </p:spPr>
        <p:txBody>
          <a:bodyPr lIns="45719" rIns="45719" anchor="ctr"/>
          <a:lstStyle/>
          <a:p>
            <a:pPr algn="ctr">
              <a:defRPr>
                <a:solidFill>
                  <a:srgbClr val="FFFFFF"/>
                </a:solidFill>
              </a:defRPr>
            </a:pPr>
          </a:p>
        </p:txBody>
      </p:sp>
      <p:sp>
        <p:nvSpPr>
          <p:cNvPr id="97" name="Oval 15"/>
          <p:cNvSpPr/>
          <p:nvPr/>
        </p:nvSpPr>
        <p:spPr>
          <a:xfrm>
            <a:off x="-394522" y="3802924"/>
            <a:ext cx="230402" cy="230401"/>
          </a:xfrm>
          <a:prstGeom prst="ellipse">
            <a:avLst/>
          </a:prstGeom>
          <a:solidFill>
            <a:srgbClr val="3F68AD"/>
          </a:solidFill>
          <a:ln w="12700">
            <a:miter lim="400000"/>
          </a:ln>
        </p:spPr>
        <p:txBody>
          <a:bodyPr lIns="45719" rIns="45719" anchor="ctr"/>
          <a:lstStyle/>
          <a:p>
            <a:pPr algn="ctr">
              <a:defRPr>
                <a:solidFill>
                  <a:srgbClr val="FFFFFF"/>
                </a:solidFill>
              </a:defRPr>
            </a:pPr>
          </a:p>
        </p:txBody>
      </p:sp>
      <p:sp>
        <p:nvSpPr>
          <p:cNvPr id="98" name="Oval 16"/>
          <p:cNvSpPr/>
          <p:nvPr/>
        </p:nvSpPr>
        <p:spPr>
          <a:xfrm>
            <a:off x="-394522" y="4113789"/>
            <a:ext cx="230402" cy="230401"/>
          </a:xfrm>
          <a:prstGeom prst="ellipse">
            <a:avLst/>
          </a:prstGeom>
          <a:solidFill>
            <a:srgbClr val="44B5C4"/>
          </a:solidFill>
          <a:ln w="12700">
            <a:miter lim="400000"/>
          </a:ln>
        </p:spPr>
        <p:txBody>
          <a:bodyPr lIns="45719" rIns="45719" anchor="ctr"/>
          <a:lstStyle/>
          <a:p>
            <a:pPr algn="ctr">
              <a:defRPr>
                <a:solidFill>
                  <a:srgbClr val="FFFFFF"/>
                </a:solidFill>
              </a:defRPr>
            </a:pPr>
          </a:p>
        </p:txBody>
      </p:sp>
      <p:sp>
        <p:nvSpPr>
          <p:cNvPr id="99" name="Oval 17"/>
          <p:cNvSpPr/>
          <p:nvPr/>
        </p:nvSpPr>
        <p:spPr>
          <a:xfrm>
            <a:off x="-394522" y="4424655"/>
            <a:ext cx="230402" cy="230401"/>
          </a:xfrm>
          <a:prstGeom prst="ellipse">
            <a:avLst/>
          </a:prstGeom>
          <a:solidFill>
            <a:srgbClr val="44D6A3"/>
          </a:solidFill>
          <a:ln w="12700">
            <a:miter lim="400000"/>
          </a:ln>
        </p:spPr>
        <p:txBody>
          <a:bodyPr lIns="45719" rIns="45719" anchor="ctr"/>
          <a:lstStyle/>
          <a:p>
            <a:pPr algn="ctr">
              <a:defRPr>
                <a:solidFill>
                  <a:srgbClr val="FFFFFF"/>
                </a:solidFill>
              </a:defRPr>
            </a:pPr>
          </a:p>
        </p:txBody>
      </p:sp>
      <p:sp>
        <p:nvSpPr>
          <p:cNvPr id="100" name="Oval 18"/>
          <p:cNvSpPr/>
          <p:nvPr/>
        </p:nvSpPr>
        <p:spPr>
          <a:xfrm>
            <a:off x="-394522" y="4735519"/>
            <a:ext cx="230402" cy="230401"/>
          </a:xfrm>
          <a:prstGeom prst="ellipse">
            <a:avLst/>
          </a:prstGeom>
          <a:solidFill>
            <a:srgbClr val="7FDD7C"/>
          </a:solidFill>
          <a:ln w="12700">
            <a:miter lim="400000"/>
          </a:ln>
        </p:spPr>
        <p:txBody>
          <a:bodyPr lIns="45719" rIns="45719" anchor="ctr"/>
          <a:lstStyle/>
          <a:p>
            <a:pPr algn="ctr">
              <a:defRPr>
                <a:solidFill>
                  <a:srgbClr val="FFFFFF"/>
                </a:solidFill>
              </a:defRPr>
            </a:pPr>
          </a:p>
        </p:txBody>
      </p:sp>
      <p:sp>
        <p:nvSpPr>
          <p:cNvPr id="101" name="Oval 19"/>
          <p:cNvSpPr/>
          <p:nvPr/>
        </p:nvSpPr>
        <p:spPr>
          <a:xfrm>
            <a:off x="-394522" y="5046384"/>
            <a:ext cx="230402" cy="230402"/>
          </a:xfrm>
          <a:prstGeom prst="ellipse">
            <a:avLst/>
          </a:prstGeom>
          <a:solidFill>
            <a:srgbClr val="EACC77"/>
          </a:solidFill>
          <a:ln w="12700">
            <a:miter lim="400000"/>
          </a:ln>
        </p:spPr>
        <p:txBody>
          <a:bodyPr lIns="45719" rIns="45719" anchor="ctr"/>
          <a:lstStyle/>
          <a:p>
            <a:pPr algn="ctr">
              <a:defRPr>
                <a:solidFill>
                  <a:srgbClr val="FFFFFF"/>
                </a:solidFill>
              </a:defRPr>
            </a:pPr>
          </a:p>
        </p:txBody>
      </p:sp>
      <p:sp>
        <p:nvSpPr>
          <p:cNvPr id="102" name="Oval 20"/>
          <p:cNvSpPr/>
          <p:nvPr/>
        </p:nvSpPr>
        <p:spPr>
          <a:xfrm>
            <a:off x="-394522" y="5357250"/>
            <a:ext cx="230402" cy="230401"/>
          </a:xfrm>
          <a:prstGeom prst="ellipse">
            <a:avLst/>
          </a:prstGeom>
          <a:solidFill>
            <a:srgbClr val="EF9B47"/>
          </a:solidFill>
          <a:ln w="12700">
            <a:miter lim="400000"/>
          </a:ln>
        </p:spPr>
        <p:txBody>
          <a:bodyPr lIns="45719" rIns="45719" anchor="ctr"/>
          <a:lstStyle/>
          <a:p>
            <a:pPr algn="ctr">
              <a:defRPr>
                <a:solidFill>
                  <a:srgbClr val="FFFFFF"/>
                </a:solidFill>
              </a:defRPr>
            </a:pPr>
          </a:p>
        </p:txBody>
      </p:sp>
      <p:sp>
        <p:nvSpPr>
          <p:cNvPr id="103" name="Oval 21"/>
          <p:cNvSpPr/>
          <p:nvPr/>
        </p:nvSpPr>
        <p:spPr>
          <a:xfrm>
            <a:off x="-394522" y="5668114"/>
            <a:ext cx="230402" cy="230401"/>
          </a:xfrm>
          <a:prstGeom prst="ellipse">
            <a:avLst/>
          </a:prstGeom>
          <a:solidFill>
            <a:srgbClr val="EF6347"/>
          </a:solidFill>
          <a:ln w="12700">
            <a:miter lim="400000"/>
          </a:ln>
        </p:spPr>
        <p:txBody>
          <a:bodyPr lIns="45719" rIns="45719" anchor="ctr"/>
          <a:lstStyle/>
          <a:p>
            <a:pPr algn="ctr">
              <a:defRPr>
                <a:solidFill>
                  <a:srgbClr val="FFFFFF"/>
                </a:solidFill>
              </a:defRPr>
            </a:pPr>
          </a:p>
        </p:txBody>
      </p:sp>
      <p:sp>
        <p:nvSpPr>
          <p:cNvPr id="104" name="Oval 22"/>
          <p:cNvSpPr/>
          <p:nvPr/>
        </p:nvSpPr>
        <p:spPr>
          <a:xfrm>
            <a:off x="-394522" y="5978980"/>
            <a:ext cx="230402" cy="230401"/>
          </a:xfrm>
          <a:prstGeom prst="ellipse">
            <a:avLst/>
          </a:prstGeom>
          <a:solidFill>
            <a:srgbClr val="C96377"/>
          </a:solidFill>
          <a:ln w="12700">
            <a:miter lim="400000"/>
          </a:ln>
        </p:spPr>
        <p:txBody>
          <a:bodyPr lIns="45719" rIns="45719" anchor="ctr"/>
          <a:lstStyle/>
          <a:p>
            <a:pPr algn="ctr">
              <a:defRPr>
                <a:solidFill>
                  <a:srgbClr val="FFFFFF"/>
                </a:solidFill>
              </a:defRPr>
            </a:pPr>
          </a:p>
        </p:txBody>
      </p:sp>
      <p:sp>
        <p:nvSpPr>
          <p:cNvPr id="105" name="Oval 23"/>
          <p:cNvSpPr/>
          <p:nvPr/>
        </p:nvSpPr>
        <p:spPr>
          <a:xfrm>
            <a:off x="-394522" y="6289840"/>
            <a:ext cx="230402" cy="230401"/>
          </a:xfrm>
          <a:prstGeom prst="ellipse">
            <a:avLst/>
          </a:prstGeom>
          <a:solidFill>
            <a:srgbClr val="8E72BF"/>
          </a:solidFill>
          <a:ln w="12700">
            <a:miter lim="400000"/>
          </a:ln>
        </p:spPr>
        <p:txBody>
          <a:bodyPr lIns="45719" rIns="45719" anchor="ctr"/>
          <a:lstStyle/>
          <a:p>
            <a:pPr algn="ctr">
              <a:defRPr>
                <a:solidFill>
                  <a:srgbClr val="FFFFFF"/>
                </a:solidFill>
              </a:defRPr>
            </a:pPr>
          </a:p>
        </p:txBody>
      </p:sp>
      <p:sp>
        <p:nvSpPr>
          <p:cNvPr id="106" name="Freeform 5"/>
          <p:cNvSpPr/>
          <p:nvPr/>
        </p:nvSpPr>
        <p:spPr>
          <a:xfrm>
            <a:off x="1206500" y="6209379"/>
            <a:ext cx="1422400" cy="360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263" y="6967"/>
                </a:moveTo>
                <a:lnTo>
                  <a:pt x="7928" y="6967"/>
                </a:lnTo>
                <a:lnTo>
                  <a:pt x="7920" y="7033"/>
                </a:lnTo>
                <a:lnTo>
                  <a:pt x="7886" y="7567"/>
                </a:lnTo>
                <a:lnTo>
                  <a:pt x="7878" y="7600"/>
                </a:lnTo>
                <a:lnTo>
                  <a:pt x="7867" y="7622"/>
                </a:lnTo>
                <a:lnTo>
                  <a:pt x="7858" y="7622"/>
                </a:lnTo>
                <a:lnTo>
                  <a:pt x="7844" y="7578"/>
                </a:lnTo>
                <a:lnTo>
                  <a:pt x="7799" y="7433"/>
                </a:lnTo>
                <a:lnTo>
                  <a:pt x="7751" y="7300"/>
                </a:lnTo>
                <a:lnTo>
                  <a:pt x="7689" y="7167"/>
                </a:lnTo>
                <a:lnTo>
                  <a:pt x="7625" y="7044"/>
                </a:lnTo>
                <a:lnTo>
                  <a:pt x="7557" y="6956"/>
                </a:lnTo>
                <a:lnTo>
                  <a:pt x="7484" y="6878"/>
                </a:lnTo>
                <a:lnTo>
                  <a:pt x="7414" y="6833"/>
                </a:lnTo>
                <a:lnTo>
                  <a:pt x="7341" y="6822"/>
                </a:lnTo>
                <a:lnTo>
                  <a:pt x="7242" y="6833"/>
                </a:lnTo>
                <a:lnTo>
                  <a:pt x="7147" y="6889"/>
                </a:lnTo>
                <a:lnTo>
                  <a:pt x="7059" y="6967"/>
                </a:lnTo>
                <a:lnTo>
                  <a:pt x="6978" y="7100"/>
                </a:lnTo>
                <a:lnTo>
                  <a:pt x="6899" y="7256"/>
                </a:lnTo>
                <a:lnTo>
                  <a:pt x="6829" y="7433"/>
                </a:lnTo>
                <a:lnTo>
                  <a:pt x="6761" y="7644"/>
                </a:lnTo>
                <a:lnTo>
                  <a:pt x="6702" y="7889"/>
                </a:lnTo>
                <a:lnTo>
                  <a:pt x="6649" y="8156"/>
                </a:lnTo>
                <a:lnTo>
                  <a:pt x="6601" y="8456"/>
                </a:lnTo>
                <a:lnTo>
                  <a:pt x="6562" y="8767"/>
                </a:lnTo>
                <a:lnTo>
                  <a:pt x="6528" y="9111"/>
                </a:lnTo>
                <a:lnTo>
                  <a:pt x="6500" y="9478"/>
                </a:lnTo>
                <a:lnTo>
                  <a:pt x="6480" y="9878"/>
                </a:lnTo>
                <a:lnTo>
                  <a:pt x="6472" y="10278"/>
                </a:lnTo>
                <a:lnTo>
                  <a:pt x="6466" y="10700"/>
                </a:lnTo>
                <a:lnTo>
                  <a:pt x="6472" y="11111"/>
                </a:lnTo>
                <a:lnTo>
                  <a:pt x="6486" y="11511"/>
                </a:lnTo>
                <a:lnTo>
                  <a:pt x="6505" y="11900"/>
                </a:lnTo>
                <a:lnTo>
                  <a:pt x="6528" y="12256"/>
                </a:lnTo>
                <a:lnTo>
                  <a:pt x="6567" y="12600"/>
                </a:lnTo>
                <a:lnTo>
                  <a:pt x="6607" y="12933"/>
                </a:lnTo>
                <a:lnTo>
                  <a:pt x="6654" y="13211"/>
                </a:lnTo>
                <a:lnTo>
                  <a:pt x="6708" y="13500"/>
                </a:lnTo>
                <a:lnTo>
                  <a:pt x="6770" y="13733"/>
                </a:lnTo>
                <a:lnTo>
                  <a:pt x="6837" y="13944"/>
                </a:lnTo>
                <a:lnTo>
                  <a:pt x="6905" y="14133"/>
                </a:lnTo>
                <a:lnTo>
                  <a:pt x="6983" y="14289"/>
                </a:lnTo>
                <a:lnTo>
                  <a:pt x="7065" y="14400"/>
                </a:lnTo>
                <a:lnTo>
                  <a:pt x="7152" y="14500"/>
                </a:lnTo>
                <a:lnTo>
                  <a:pt x="7242" y="14556"/>
                </a:lnTo>
                <a:lnTo>
                  <a:pt x="7341" y="14567"/>
                </a:lnTo>
                <a:lnTo>
                  <a:pt x="7397" y="14556"/>
                </a:lnTo>
                <a:lnTo>
                  <a:pt x="7450" y="14533"/>
                </a:lnTo>
                <a:lnTo>
                  <a:pt x="7501" y="14500"/>
                </a:lnTo>
                <a:lnTo>
                  <a:pt x="7549" y="14456"/>
                </a:lnTo>
                <a:lnTo>
                  <a:pt x="7636" y="14344"/>
                </a:lnTo>
                <a:lnTo>
                  <a:pt x="7706" y="14211"/>
                </a:lnTo>
                <a:lnTo>
                  <a:pt x="7765" y="14078"/>
                </a:lnTo>
                <a:lnTo>
                  <a:pt x="7807" y="13944"/>
                </a:lnTo>
                <a:lnTo>
                  <a:pt x="7853" y="13789"/>
                </a:lnTo>
                <a:lnTo>
                  <a:pt x="7861" y="13767"/>
                </a:lnTo>
                <a:lnTo>
                  <a:pt x="7872" y="13767"/>
                </a:lnTo>
                <a:lnTo>
                  <a:pt x="7881" y="13811"/>
                </a:lnTo>
                <a:lnTo>
                  <a:pt x="7886" y="13822"/>
                </a:lnTo>
                <a:lnTo>
                  <a:pt x="7886" y="17300"/>
                </a:lnTo>
                <a:lnTo>
                  <a:pt x="7892" y="17322"/>
                </a:lnTo>
                <a:lnTo>
                  <a:pt x="7895" y="17344"/>
                </a:lnTo>
                <a:lnTo>
                  <a:pt x="8272" y="17344"/>
                </a:lnTo>
                <a:lnTo>
                  <a:pt x="8283" y="17300"/>
                </a:lnTo>
                <a:lnTo>
                  <a:pt x="8283" y="7011"/>
                </a:lnTo>
                <a:lnTo>
                  <a:pt x="8272" y="6967"/>
                </a:lnTo>
                <a:lnTo>
                  <a:pt x="8263" y="6967"/>
                </a:lnTo>
                <a:close/>
                <a:moveTo>
                  <a:pt x="7394" y="13122"/>
                </a:moveTo>
                <a:lnTo>
                  <a:pt x="7335" y="13122"/>
                </a:lnTo>
                <a:lnTo>
                  <a:pt x="7276" y="13078"/>
                </a:lnTo>
                <a:lnTo>
                  <a:pt x="7220" y="13022"/>
                </a:lnTo>
                <a:lnTo>
                  <a:pt x="7172" y="12944"/>
                </a:lnTo>
                <a:lnTo>
                  <a:pt x="7124" y="12856"/>
                </a:lnTo>
                <a:lnTo>
                  <a:pt x="7079" y="12733"/>
                </a:lnTo>
                <a:lnTo>
                  <a:pt x="7040" y="12600"/>
                </a:lnTo>
                <a:lnTo>
                  <a:pt x="7006" y="12456"/>
                </a:lnTo>
                <a:lnTo>
                  <a:pt x="6972" y="12278"/>
                </a:lnTo>
                <a:lnTo>
                  <a:pt x="6950" y="12089"/>
                </a:lnTo>
                <a:lnTo>
                  <a:pt x="6924" y="11900"/>
                </a:lnTo>
                <a:lnTo>
                  <a:pt x="6905" y="11667"/>
                </a:lnTo>
                <a:lnTo>
                  <a:pt x="6891" y="11444"/>
                </a:lnTo>
                <a:lnTo>
                  <a:pt x="6877" y="11211"/>
                </a:lnTo>
                <a:lnTo>
                  <a:pt x="6871" y="10967"/>
                </a:lnTo>
                <a:lnTo>
                  <a:pt x="6871" y="10422"/>
                </a:lnTo>
                <a:lnTo>
                  <a:pt x="6877" y="10178"/>
                </a:lnTo>
                <a:lnTo>
                  <a:pt x="6891" y="9933"/>
                </a:lnTo>
                <a:lnTo>
                  <a:pt x="6905" y="9700"/>
                </a:lnTo>
                <a:lnTo>
                  <a:pt x="6924" y="9489"/>
                </a:lnTo>
                <a:lnTo>
                  <a:pt x="6950" y="9278"/>
                </a:lnTo>
                <a:lnTo>
                  <a:pt x="6972" y="9111"/>
                </a:lnTo>
                <a:lnTo>
                  <a:pt x="7006" y="8933"/>
                </a:lnTo>
                <a:lnTo>
                  <a:pt x="7040" y="8789"/>
                </a:lnTo>
                <a:lnTo>
                  <a:pt x="7079" y="8633"/>
                </a:lnTo>
                <a:lnTo>
                  <a:pt x="7124" y="8522"/>
                </a:lnTo>
                <a:lnTo>
                  <a:pt x="7172" y="8422"/>
                </a:lnTo>
                <a:lnTo>
                  <a:pt x="7220" y="8344"/>
                </a:lnTo>
                <a:lnTo>
                  <a:pt x="7276" y="8289"/>
                </a:lnTo>
                <a:lnTo>
                  <a:pt x="7335" y="8256"/>
                </a:lnTo>
                <a:lnTo>
                  <a:pt x="7450" y="8256"/>
                </a:lnTo>
                <a:lnTo>
                  <a:pt x="7509" y="8289"/>
                </a:lnTo>
                <a:lnTo>
                  <a:pt x="7557" y="8344"/>
                </a:lnTo>
                <a:lnTo>
                  <a:pt x="7605" y="8422"/>
                </a:lnTo>
                <a:lnTo>
                  <a:pt x="7650" y="8522"/>
                </a:lnTo>
                <a:lnTo>
                  <a:pt x="7689" y="8633"/>
                </a:lnTo>
                <a:lnTo>
                  <a:pt x="7726" y="8789"/>
                </a:lnTo>
                <a:lnTo>
                  <a:pt x="7760" y="8933"/>
                </a:lnTo>
                <a:lnTo>
                  <a:pt x="7791" y="9111"/>
                </a:lnTo>
                <a:lnTo>
                  <a:pt x="7813" y="9278"/>
                </a:lnTo>
                <a:lnTo>
                  <a:pt x="7833" y="9489"/>
                </a:lnTo>
                <a:lnTo>
                  <a:pt x="7853" y="9700"/>
                </a:lnTo>
                <a:lnTo>
                  <a:pt x="7867" y="9933"/>
                </a:lnTo>
                <a:lnTo>
                  <a:pt x="7878" y="10178"/>
                </a:lnTo>
                <a:lnTo>
                  <a:pt x="7881" y="10422"/>
                </a:lnTo>
                <a:lnTo>
                  <a:pt x="7886" y="10700"/>
                </a:lnTo>
                <a:lnTo>
                  <a:pt x="7881" y="10967"/>
                </a:lnTo>
                <a:lnTo>
                  <a:pt x="7878" y="11233"/>
                </a:lnTo>
                <a:lnTo>
                  <a:pt x="7867" y="11478"/>
                </a:lnTo>
                <a:lnTo>
                  <a:pt x="7853" y="11711"/>
                </a:lnTo>
                <a:lnTo>
                  <a:pt x="7833" y="11922"/>
                </a:lnTo>
                <a:lnTo>
                  <a:pt x="7813" y="12122"/>
                </a:lnTo>
                <a:lnTo>
                  <a:pt x="7791" y="12300"/>
                </a:lnTo>
                <a:lnTo>
                  <a:pt x="7760" y="12467"/>
                </a:lnTo>
                <a:lnTo>
                  <a:pt x="7726" y="12622"/>
                </a:lnTo>
                <a:lnTo>
                  <a:pt x="7689" y="12756"/>
                </a:lnTo>
                <a:lnTo>
                  <a:pt x="7650" y="12867"/>
                </a:lnTo>
                <a:lnTo>
                  <a:pt x="7605" y="12944"/>
                </a:lnTo>
                <a:lnTo>
                  <a:pt x="7557" y="13022"/>
                </a:lnTo>
                <a:lnTo>
                  <a:pt x="7509" y="13078"/>
                </a:lnTo>
                <a:lnTo>
                  <a:pt x="7450" y="13122"/>
                </a:lnTo>
                <a:lnTo>
                  <a:pt x="7394" y="13122"/>
                </a:lnTo>
                <a:close/>
                <a:moveTo>
                  <a:pt x="10260" y="6967"/>
                </a:moveTo>
                <a:lnTo>
                  <a:pt x="9892" y="6967"/>
                </a:lnTo>
                <a:lnTo>
                  <a:pt x="9886" y="6989"/>
                </a:lnTo>
                <a:lnTo>
                  <a:pt x="9883" y="7011"/>
                </a:lnTo>
                <a:lnTo>
                  <a:pt x="9883" y="11156"/>
                </a:lnTo>
                <a:lnTo>
                  <a:pt x="9872" y="11533"/>
                </a:lnTo>
                <a:lnTo>
                  <a:pt x="9863" y="11711"/>
                </a:lnTo>
                <a:lnTo>
                  <a:pt x="9852" y="11878"/>
                </a:lnTo>
                <a:lnTo>
                  <a:pt x="9838" y="12056"/>
                </a:lnTo>
                <a:lnTo>
                  <a:pt x="9818" y="12222"/>
                </a:lnTo>
                <a:lnTo>
                  <a:pt x="9796" y="12378"/>
                </a:lnTo>
                <a:lnTo>
                  <a:pt x="9765" y="12511"/>
                </a:lnTo>
                <a:lnTo>
                  <a:pt x="9737" y="12644"/>
                </a:lnTo>
                <a:lnTo>
                  <a:pt x="9703" y="12778"/>
                </a:lnTo>
                <a:lnTo>
                  <a:pt x="9669" y="12867"/>
                </a:lnTo>
                <a:lnTo>
                  <a:pt x="9624" y="12967"/>
                </a:lnTo>
                <a:lnTo>
                  <a:pt x="9582" y="13022"/>
                </a:lnTo>
                <a:lnTo>
                  <a:pt x="9534" y="13078"/>
                </a:lnTo>
                <a:lnTo>
                  <a:pt x="9487" y="13122"/>
                </a:lnTo>
                <a:lnTo>
                  <a:pt x="9368" y="13122"/>
                </a:lnTo>
                <a:lnTo>
                  <a:pt x="9312" y="13078"/>
                </a:lnTo>
                <a:lnTo>
                  <a:pt x="9264" y="13022"/>
                </a:lnTo>
                <a:lnTo>
                  <a:pt x="9219" y="12944"/>
                </a:lnTo>
                <a:lnTo>
                  <a:pt x="9177" y="12856"/>
                </a:lnTo>
                <a:lnTo>
                  <a:pt x="9138" y="12733"/>
                </a:lnTo>
                <a:lnTo>
                  <a:pt x="9104" y="12622"/>
                </a:lnTo>
                <a:lnTo>
                  <a:pt x="9076" y="12467"/>
                </a:lnTo>
                <a:lnTo>
                  <a:pt x="9051" y="12322"/>
                </a:lnTo>
                <a:lnTo>
                  <a:pt x="9031" y="12167"/>
                </a:lnTo>
                <a:lnTo>
                  <a:pt x="9011" y="11989"/>
                </a:lnTo>
                <a:lnTo>
                  <a:pt x="8997" y="11822"/>
                </a:lnTo>
                <a:lnTo>
                  <a:pt x="8989" y="11633"/>
                </a:lnTo>
                <a:lnTo>
                  <a:pt x="8977" y="11456"/>
                </a:lnTo>
                <a:lnTo>
                  <a:pt x="8975" y="11267"/>
                </a:lnTo>
                <a:lnTo>
                  <a:pt x="8975" y="7011"/>
                </a:lnTo>
                <a:lnTo>
                  <a:pt x="8963" y="6967"/>
                </a:lnTo>
                <a:lnTo>
                  <a:pt x="8581" y="6967"/>
                </a:lnTo>
                <a:lnTo>
                  <a:pt x="8578" y="6989"/>
                </a:lnTo>
                <a:lnTo>
                  <a:pt x="8573" y="7011"/>
                </a:lnTo>
                <a:lnTo>
                  <a:pt x="8573" y="11422"/>
                </a:lnTo>
                <a:lnTo>
                  <a:pt x="8581" y="11767"/>
                </a:lnTo>
                <a:lnTo>
                  <a:pt x="8598" y="12089"/>
                </a:lnTo>
                <a:lnTo>
                  <a:pt x="8615" y="12411"/>
                </a:lnTo>
                <a:lnTo>
                  <a:pt x="8646" y="12722"/>
                </a:lnTo>
                <a:lnTo>
                  <a:pt x="8674" y="13011"/>
                </a:lnTo>
                <a:lnTo>
                  <a:pt x="8716" y="13278"/>
                </a:lnTo>
                <a:lnTo>
                  <a:pt x="8761" y="13522"/>
                </a:lnTo>
                <a:lnTo>
                  <a:pt x="8814" y="13756"/>
                </a:lnTo>
                <a:lnTo>
                  <a:pt x="8871" y="13956"/>
                </a:lnTo>
                <a:lnTo>
                  <a:pt x="8935" y="14133"/>
                </a:lnTo>
                <a:lnTo>
                  <a:pt x="9011" y="14289"/>
                </a:lnTo>
                <a:lnTo>
                  <a:pt x="9090" y="14400"/>
                </a:lnTo>
                <a:lnTo>
                  <a:pt x="9177" y="14500"/>
                </a:lnTo>
                <a:lnTo>
                  <a:pt x="9273" y="14556"/>
                </a:lnTo>
                <a:lnTo>
                  <a:pt x="9374" y="14567"/>
                </a:lnTo>
                <a:lnTo>
                  <a:pt x="9447" y="14556"/>
                </a:lnTo>
                <a:lnTo>
                  <a:pt x="9520" y="14500"/>
                </a:lnTo>
                <a:lnTo>
                  <a:pt x="9588" y="14422"/>
                </a:lnTo>
                <a:lnTo>
                  <a:pt x="9655" y="14322"/>
                </a:lnTo>
                <a:lnTo>
                  <a:pt x="9712" y="14211"/>
                </a:lnTo>
                <a:lnTo>
                  <a:pt x="9762" y="14056"/>
                </a:lnTo>
                <a:lnTo>
                  <a:pt x="9804" y="13922"/>
                </a:lnTo>
                <a:lnTo>
                  <a:pt x="9838" y="13767"/>
                </a:lnTo>
                <a:lnTo>
                  <a:pt x="9849" y="13756"/>
                </a:lnTo>
                <a:lnTo>
                  <a:pt x="9863" y="13733"/>
                </a:lnTo>
                <a:lnTo>
                  <a:pt x="9872" y="13756"/>
                </a:lnTo>
                <a:lnTo>
                  <a:pt x="9883" y="13789"/>
                </a:lnTo>
                <a:lnTo>
                  <a:pt x="9917" y="14344"/>
                </a:lnTo>
                <a:lnTo>
                  <a:pt x="9925" y="14400"/>
                </a:lnTo>
                <a:lnTo>
                  <a:pt x="9934" y="14422"/>
                </a:lnTo>
                <a:lnTo>
                  <a:pt x="10268" y="14422"/>
                </a:lnTo>
                <a:lnTo>
                  <a:pt x="10274" y="14400"/>
                </a:lnTo>
                <a:lnTo>
                  <a:pt x="10277" y="14378"/>
                </a:lnTo>
                <a:lnTo>
                  <a:pt x="10277" y="7011"/>
                </a:lnTo>
                <a:lnTo>
                  <a:pt x="10274" y="6989"/>
                </a:lnTo>
                <a:lnTo>
                  <a:pt x="10268" y="6967"/>
                </a:lnTo>
                <a:lnTo>
                  <a:pt x="10260" y="6967"/>
                </a:lnTo>
                <a:close/>
                <a:moveTo>
                  <a:pt x="12490" y="13067"/>
                </a:moveTo>
                <a:lnTo>
                  <a:pt x="12381" y="13067"/>
                </a:lnTo>
                <a:lnTo>
                  <a:pt x="12355" y="13022"/>
                </a:lnTo>
                <a:lnTo>
                  <a:pt x="12333" y="12989"/>
                </a:lnTo>
                <a:lnTo>
                  <a:pt x="12313" y="12933"/>
                </a:lnTo>
                <a:lnTo>
                  <a:pt x="12299" y="12856"/>
                </a:lnTo>
                <a:lnTo>
                  <a:pt x="12288" y="12756"/>
                </a:lnTo>
                <a:lnTo>
                  <a:pt x="12282" y="12678"/>
                </a:lnTo>
                <a:lnTo>
                  <a:pt x="12279" y="12589"/>
                </a:lnTo>
                <a:lnTo>
                  <a:pt x="12279" y="9544"/>
                </a:lnTo>
                <a:lnTo>
                  <a:pt x="12274" y="9222"/>
                </a:lnTo>
                <a:lnTo>
                  <a:pt x="12265" y="8922"/>
                </a:lnTo>
                <a:lnTo>
                  <a:pt x="12246" y="8633"/>
                </a:lnTo>
                <a:lnTo>
                  <a:pt x="12220" y="8367"/>
                </a:lnTo>
                <a:lnTo>
                  <a:pt x="12187" y="8122"/>
                </a:lnTo>
                <a:lnTo>
                  <a:pt x="12147" y="7889"/>
                </a:lnTo>
                <a:lnTo>
                  <a:pt x="12105" y="7678"/>
                </a:lnTo>
                <a:lnTo>
                  <a:pt x="12057" y="7511"/>
                </a:lnTo>
                <a:lnTo>
                  <a:pt x="11998" y="7333"/>
                </a:lnTo>
                <a:lnTo>
                  <a:pt x="11936" y="7200"/>
                </a:lnTo>
                <a:lnTo>
                  <a:pt x="11863" y="7089"/>
                </a:lnTo>
                <a:lnTo>
                  <a:pt x="11790" y="6989"/>
                </a:lnTo>
                <a:lnTo>
                  <a:pt x="11714" y="6911"/>
                </a:lnTo>
                <a:lnTo>
                  <a:pt x="11627" y="6856"/>
                </a:lnTo>
                <a:lnTo>
                  <a:pt x="11540" y="6822"/>
                </a:lnTo>
                <a:lnTo>
                  <a:pt x="11360" y="6822"/>
                </a:lnTo>
                <a:lnTo>
                  <a:pt x="11284" y="6856"/>
                </a:lnTo>
                <a:lnTo>
                  <a:pt x="11205" y="6911"/>
                </a:lnTo>
                <a:lnTo>
                  <a:pt x="11135" y="6967"/>
                </a:lnTo>
                <a:lnTo>
                  <a:pt x="11062" y="7067"/>
                </a:lnTo>
                <a:lnTo>
                  <a:pt x="10994" y="7178"/>
                </a:lnTo>
                <a:lnTo>
                  <a:pt x="10929" y="7311"/>
                </a:lnTo>
                <a:lnTo>
                  <a:pt x="10873" y="7467"/>
                </a:lnTo>
                <a:lnTo>
                  <a:pt x="10814" y="7644"/>
                </a:lnTo>
                <a:lnTo>
                  <a:pt x="10766" y="7833"/>
                </a:lnTo>
                <a:lnTo>
                  <a:pt x="10727" y="8044"/>
                </a:lnTo>
                <a:lnTo>
                  <a:pt x="10687" y="8267"/>
                </a:lnTo>
                <a:lnTo>
                  <a:pt x="10659" y="8522"/>
                </a:lnTo>
                <a:lnTo>
                  <a:pt x="10640" y="8800"/>
                </a:lnTo>
                <a:lnTo>
                  <a:pt x="10626" y="9089"/>
                </a:lnTo>
                <a:lnTo>
                  <a:pt x="10620" y="9411"/>
                </a:lnTo>
                <a:lnTo>
                  <a:pt x="10626" y="9433"/>
                </a:lnTo>
                <a:lnTo>
                  <a:pt x="10626" y="9456"/>
                </a:lnTo>
                <a:lnTo>
                  <a:pt x="10637" y="9478"/>
                </a:lnTo>
                <a:lnTo>
                  <a:pt x="10640" y="9489"/>
                </a:lnTo>
                <a:lnTo>
                  <a:pt x="11002" y="9489"/>
                </a:lnTo>
                <a:lnTo>
                  <a:pt x="11014" y="9478"/>
                </a:lnTo>
                <a:lnTo>
                  <a:pt x="11017" y="9456"/>
                </a:lnTo>
                <a:lnTo>
                  <a:pt x="11022" y="9433"/>
                </a:lnTo>
                <a:lnTo>
                  <a:pt x="11022" y="9411"/>
                </a:lnTo>
                <a:lnTo>
                  <a:pt x="11028" y="9189"/>
                </a:lnTo>
                <a:lnTo>
                  <a:pt x="11036" y="9067"/>
                </a:lnTo>
                <a:lnTo>
                  <a:pt x="11062" y="8867"/>
                </a:lnTo>
                <a:lnTo>
                  <a:pt x="11076" y="8767"/>
                </a:lnTo>
                <a:lnTo>
                  <a:pt x="11095" y="8689"/>
                </a:lnTo>
                <a:lnTo>
                  <a:pt x="11118" y="8589"/>
                </a:lnTo>
                <a:lnTo>
                  <a:pt x="11149" y="8522"/>
                </a:lnTo>
                <a:lnTo>
                  <a:pt x="11177" y="8456"/>
                </a:lnTo>
                <a:lnTo>
                  <a:pt x="11211" y="8400"/>
                </a:lnTo>
                <a:lnTo>
                  <a:pt x="11250" y="8344"/>
                </a:lnTo>
                <a:lnTo>
                  <a:pt x="11292" y="8311"/>
                </a:lnTo>
                <a:lnTo>
                  <a:pt x="11337" y="8289"/>
                </a:lnTo>
                <a:lnTo>
                  <a:pt x="11391" y="8267"/>
                </a:lnTo>
                <a:lnTo>
                  <a:pt x="11444" y="8256"/>
                </a:lnTo>
                <a:lnTo>
                  <a:pt x="11514" y="8267"/>
                </a:lnTo>
                <a:lnTo>
                  <a:pt x="11579" y="8289"/>
                </a:lnTo>
                <a:lnTo>
                  <a:pt x="11632" y="8322"/>
                </a:lnTo>
                <a:lnTo>
                  <a:pt x="11680" y="8389"/>
                </a:lnTo>
                <a:lnTo>
                  <a:pt x="11722" y="8444"/>
                </a:lnTo>
                <a:lnTo>
                  <a:pt x="11756" y="8522"/>
                </a:lnTo>
                <a:lnTo>
                  <a:pt x="11784" y="8611"/>
                </a:lnTo>
                <a:lnTo>
                  <a:pt x="11815" y="8711"/>
                </a:lnTo>
                <a:lnTo>
                  <a:pt x="11835" y="8800"/>
                </a:lnTo>
                <a:lnTo>
                  <a:pt x="11849" y="8900"/>
                </a:lnTo>
                <a:lnTo>
                  <a:pt x="11858" y="9000"/>
                </a:lnTo>
                <a:lnTo>
                  <a:pt x="11869" y="9089"/>
                </a:lnTo>
                <a:lnTo>
                  <a:pt x="11877" y="9300"/>
                </a:lnTo>
                <a:lnTo>
                  <a:pt x="11877" y="9544"/>
                </a:lnTo>
                <a:lnTo>
                  <a:pt x="11872" y="9622"/>
                </a:lnTo>
                <a:lnTo>
                  <a:pt x="11863" y="9678"/>
                </a:lnTo>
                <a:lnTo>
                  <a:pt x="11849" y="9756"/>
                </a:lnTo>
                <a:lnTo>
                  <a:pt x="11835" y="9811"/>
                </a:lnTo>
                <a:lnTo>
                  <a:pt x="11810" y="9856"/>
                </a:lnTo>
                <a:lnTo>
                  <a:pt x="11784" y="9889"/>
                </a:lnTo>
                <a:lnTo>
                  <a:pt x="11374" y="9889"/>
                </a:lnTo>
                <a:lnTo>
                  <a:pt x="11278" y="9911"/>
                </a:lnTo>
                <a:lnTo>
                  <a:pt x="11185" y="9956"/>
                </a:lnTo>
                <a:lnTo>
                  <a:pt x="11101" y="10011"/>
                </a:lnTo>
                <a:lnTo>
                  <a:pt x="11017" y="10089"/>
                </a:lnTo>
                <a:lnTo>
                  <a:pt x="10946" y="10178"/>
                </a:lnTo>
                <a:lnTo>
                  <a:pt x="10876" y="10289"/>
                </a:lnTo>
                <a:lnTo>
                  <a:pt x="10820" y="10422"/>
                </a:lnTo>
                <a:lnTo>
                  <a:pt x="10761" y="10578"/>
                </a:lnTo>
                <a:lnTo>
                  <a:pt x="10713" y="10733"/>
                </a:lnTo>
                <a:lnTo>
                  <a:pt x="10673" y="10900"/>
                </a:lnTo>
                <a:lnTo>
                  <a:pt x="10640" y="11100"/>
                </a:lnTo>
                <a:lnTo>
                  <a:pt x="10612" y="11311"/>
                </a:lnTo>
                <a:lnTo>
                  <a:pt x="10586" y="11511"/>
                </a:lnTo>
                <a:lnTo>
                  <a:pt x="10572" y="11744"/>
                </a:lnTo>
                <a:lnTo>
                  <a:pt x="10564" y="11978"/>
                </a:lnTo>
                <a:lnTo>
                  <a:pt x="10558" y="12200"/>
                </a:lnTo>
                <a:lnTo>
                  <a:pt x="10564" y="12467"/>
                </a:lnTo>
                <a:lnTo>
                  <a:pt x="10569" y="12700"/>
                </a:lnTo>
                <a:lnTo>
                  <a:pt x="10583" y="12933"/>
                </a:lnTo>
                <a:lnTo>
                  <a:pt x="10603" y="13156"/>
                </a:lnTo>
                <a:lnTo>
                  <a:pt x="10631" y="13367"/>
                </a:lnTo>
                <a:lnTo>
                  <a:pt x="10659" y="13556"/>
                </a:lnTo>
                <a:lnTo>
                  <a:pt x="10699" y="13733"/>
                </a:lnTo>
                <a:lnTo>
                  <a:pt x="10741" y="13900"/>
                </a:lnTo>
                <a:lnTo>
                  <a:pt x="10792" y="14056"/>
                </a:lnTo>
                <a:lnTo>
                  <a:pt x="10842" y="14189"/>
                </a:lnTo>
                <a:lnTo>
                  <a:pt x="10907" y="14300"/>
                </a:lnTo>
                <a:lnTo>
                  <a:pt x="10974" y="14400"/>
                </a:lnTo>
                <a:lnTo>
                  <a:pt x="11047" y="14478"/>
                </a:lnTo>
                <a:lnTo>
                  <a:pt x="11123" y="14533"/>
                </a:lnTo>
                <a:lnTo>
                  <a:pt x="11211" y="14556"/>
                </a:lnTo>
                <a:lnTo>
                  <a:pt x="11303" y="14567"/>
                </a:lnTo>
                <a:lnTo>
                  <a:pt x="11413" y="14556"/>
                </a:lnTo>
                <a:lnTo>
                  <a:pt x="11520" y="14500"/>
                </a:lnTo>
                <a:lnTo>
                  <a:pt x="11616" y="14400"/>
                </a:lnTo>
                <a:lnTo>
                  <a:pt x="11700" y="14289"/>
                </a:lnTo>
                <a:lnTo>
                  <a:pt x="11770" y="14156"/>
                </a:lnTo>
                <a:lnTo>
                  <a:pt x="11835" y="14022"/>
                </a:lnTo>
                <a:lnTo>
                  <a:pt x="11888" y="13867"/>
                </a:lnTo>
                <a:lnTo>
                  <a:pt x="11925" y="13711"/>
                </a:lnTo>
                <a:lnTo>
                  <a:pt x="11936" y="13689"/>
                </a:lnTo>
                <a:lnTo>
                  <a:pt x="11956" y="13689"/>
                </a:lnTo>
                <a:lnTo>
                  <a:pt x="11959" y="13733"/>
                </a:lnTo>
                <a:lnTo>
                  <a:pt x="11990" y="13889"/>
                </a:lnTo>
                <a:lnTo>
                  <a:pt x="12018" y="14022"/>
                </a:lnTo>
                <a:lnTo>
                  <a:pt x="12057" y="14156"/>
                </a:lnTo>
                <a:lnTo>
                  <a:pt x="12099" y="14244"/>
                </a:lnTo>
                <a:lnTo>
                  <a:pt x="12147" y="14322"/>
                </a:lnTo>
                <a:lnTo>
                  <a:pt x="12206" y="14378"/>
                </a:lnTo>
                <a:lnTo>
                  <a:pt x="12268" y="14422"/>
                </a:lnTo>
                <a:lnTo>
                  <a:pt x="12502" y="14422"/>
                </a:lnTo>
                <a:lnTo>
                  <a:pt x="12504" y="14400"/>
                </a:lnTo>
                <a:lnTo>
                  <a:pt x="12510" y="14378"/>
                </a:lnTo>
                <a:lnTo>
                  <a:pt x="12510" y="13100"/>
                </a:lnTo>
                <a:lnTo>
                  <a:pt x="12502" y="13067"/>
                </a:lnTo>
                <a:lnTo>
                  <a:pt x="12490" y="13067"/>
                </a:lnTo>
                <a:close/>
                <a:moveTo>
                  <a:pt x="11877" y="11367"/>
                </a:moveTo>
                <a:lnTo>
                  <a:pt x="11877" y="11511"/>
                </a:lnTo>
                <a:lnTo>
                  <a:pt x="11872" y="11667"/>
                </a:lnTo>
                <a:lnTo>
                  <a:pt x="11863" y="11822"/>
                </a:lnTo>
                <a:lnTo>
                  <a:pt x="11849" y="11978"/>
                </a:lnTo>
                <a:lnTo>
                  <a:pt x="11829" y="12122"/>
                </a:lnTo>
                <a:lnTo>
                  <a:pt x="11804" y="12278"/>
                </a:lnTo>
                <a:lnTo>
                  <a:pt x="11776" y="12433"/>
                </a:lnTo>
                <a:lnTo>
                  <a:pt x="11748" y="12544"/>
                </a:lnTo>
                <a:lnTo>
                  <a:pt x="11708" y="12678"/>
                </a:lnTo>
                <a:lnTo>
                  <a:pt x="11666" y="12800"/>
                </a:lnTo>
                <a:lnTo>
                  <a:pt x="11621" y="12889"/>
                </a:lnTo>
                <a:lnTo>
                  <a:pt x="11568" y="12967"/>
                </a:lnTo>
                <a:lnTo>
                  <a:pt x="11512" y="13044"/>
                </a:lnTo>
                <a:lnTo>
                  <a:pt x="11447" y="13100"/>
                </a:lnTo>
                <a:lnTo>
                  <a:pt x="11374" y="13122"/>
                </a:lnTo>
                <a:lnTo>
                  <a:pt x="11303" y="13144"/>
                </a:lnTo>
                <a:lnTo>
                  <a:pt x="11256" y="13144"/>
                </a:lnTo>
                <a:lnTo>
                  <a:pt x="11211" y="13122"/>
                </a:lnTo>
                <a:lnTo>
                  <a:pt x="11171" y="13078"/>
                </a:lnTo>
                <a:lnTo>
                  <a:pt x="11104" y="13011"/>
                </a:lnTo>
                <a:lnTo>
                  <a:pt x="11081" y="12944"/>
                </a:lnTo>
                <a:lnTo>
                  <a:pt x="11050" y="12889"/>
                </a:lnTo>
                <a:lnTo>
                  <a:pt x="11031" y="12833"/>
                </a:lnTo>
                <a:lnTo>
                  <a:pt x="10997" y="12678"/>
                </a:lnTo>
                <a:lnTo>
                  <a:pt x="10974" y="12533"/>
                </a:lnTo>
                <a:lnTo>
                  <a:pt x="10963" y="12378"/>
                </a:lnTo>
                <a:lnTo>
                  <a:pt x="10960" y="12200"/>
                </a:lnTo>
                <a:lnTo>
                  <a:pt x="10960" y="12033"/>
                </a:lnTo>
                <a:lnTo>
                  <a:pt x="10974" y="11856"/>
                </a:lnTo>
                <a:lnTo>
                  <a:pt x="10983" y="11767"/>
                </a:lnTo>
                <a:lnTo>
                  <a:pt x="10997" y="11689"/>
                </a:lnTo>
                <a:lnTo>
                  <a:pt x="11014" y="11589"/>
                </a:lnTo>
                <a:lnTo>
                  <a:pt x="11036" y="11511"/>
                </a:lnTo>
                <a:lnTo>
                  <a:pt x="11062" y="11456"/>
                </a:lnTo>
                <a:lnTo>
                  <a:pt x="11090" y="11378"/>
                </a:lnTo>
                <a:lnTo>
                  <a:pt x="11123" y="11322"/>
                </a:lnTo>
                <a:lnTo>
                  <a:pt x="11168" y="11267"/>
                </a:lnTo>
                <a:lnTo>
                  <a:pt x="11211" y="11233"/>
                </a:lnTo>
                <a:lnTo>
                  <a:pt x="11264" y="11211"/>
                </a:lnTo>
                <a:lnTo>
                  <a:pt x="11323" y="11189"/>
                </a:lnTo>
                <a:lnTo>
                  <a:pt x="11391" y="11178"/>
                </a:lnTo>
                <a:lnTo>
                  <a:pt x="11863" y="11178"/>
                </a:lnTo>
                <a:lnTo>
                  <a:pt x="11869" y="11189"/>
                </a:lnTo>
                <a:lnTo>
                  <a:pt x="11872" y="11189"/>
                </a:lnTo>
                <a:lnTo>
                  <a:pt x="11877" y="11233"/>
                </a:lnTo>
                <a:lnTo>
                  <a:pt x="11877" y="11367"/>
                </a:lnTo>
                <a:close/>
                <a:moveTo>
                  <a:pt x="13694" y="6822"/>
                </a:moveTo>
                <a:lnTo>
                  <a:pt x="13618" y="6833"/>
                </a:lnTo>
                <a:lnTo>
                  <a:pt x="13545" y="6878"/>
                </a:lnTo>
                <a:lnTo>
                  <a:pt x="13477" y="6956"/>
                </a:lnTo>
                <a:lnTo>
                  <a:pt x="13416" y="7067"/>
                </a:lnTo>
                <a:lnTo>
                  <a:pt x="13351" y="7178"/>
                </a:lnTo>
                <a:lnTo>
                  <a:pt x="13303" y="7311"/>
                </a:lnTo>
                <a:lnTo>
                  <a:pt x="13261" y="7467"/>
                </a:lnTo>
                <a:lnTo>
                  <a:pt x="13224" y="7600"/>
                </a:lnTo>
                <a:lnTo>
                  <a:pt x="13216" y="7644"/>
                </a:lnTo>
                <a:lnTo>
                  <a:pt x="13207" y="7656"/>
                </a:lnTo>
                <a:lnTo>
                  <a:pt x="13191" y="7644"/>
                </a:lnTo>
                <a:lnTo>
                  <a:pt x="13188" y="7600"/>
                </a:lnTo>
                <a:lnTo>
                  <a:pt x="13148" y="7033"/>
                </a:lnTo>
                <a:lnTo>
                  <a:pt x="13140" y="6989"/>
                </a:lnTo>
                <a:lnTo>
                  <a:pt x="13134" y="6967"/>
                </a:lnTo>
                <a:lnTo>
                  <a:pt x="12797" y="6967"/>
                </a:lnTo>
                <a:lnTo>
                  <a:pt x="12786" y="7011"/>
                </a:lnTo>
                <a:lnTo>
                  <a:pt x="12786" y="14378"/>
                </a:lnTo>
                <a:lnTo>
                  <a:pt x="12797" y="14422"/>
                </a:lnTo>
                <a:lnTo>
                  <a:pt x="13174" y="14422"/>
                </a:lnTo>
                <a:lnTo>
                  <a:pt x="13182" y="14400"/>
                </a:lnTo>
                <a:lnTo>
                  <a:pt x="13182" y="14378"/>
                </a:lnTo>
                <a:lnTo>
                  <a:pt x="13188" y="14344"/>
                </a:lnTo>
                <a:lnTo>
                  <a:pt x="13188" y="10044"/>
                </a:lnTo>
                <a:lnTo>
                  <a:pt x="13191" y="9856"/>
                </a:lnTo>
                <a:lnTo>
                  <a:pt x="13202" y="9678"/>
                </a:lnTo>
                <a:lnTo>
                  <a:pt x="13210" y="9489"/>
                </a:lnTo>
                <a:lnTo>
                  <a:pt x="13230" y="9322"/>
                </a:lnTo>
                <a:lnTo>
                  <a:pt x="13269" y="9011"/>
                </a:lnTo>
                <a:lnTo>
                  <a:pt x="13297" y="8867"/>
                </a:lnTo>
                <a:lnTo>
                  <a:pt x="13328" y="8733"/>
                </a:lnTo>
                <a:lnTo>
                  <a:pt x="13362" y="8611"/>
                </a:lnTo>
                <a:lnTo>
                  <a:pt x="13399" y="8522"/>
                </a:lnTo>
                <a:lnTo>
                  <a:pt x="13438" y="8422"/>
                </a:lnTo>
                <a:lnTo>
                  <a:pt x="13483" y="8344"/>
                </a:lnTo>
                <a:lnTo>
                  <a:pt x="13531" y="8311"/>
                </a:lnTo>
                <a:lnTo>
                  <a:pt x="13584" y="8267"/>
                </a:lnTo>
                <a:lnTo>
                  <a:pt x="13638" y="8256"/>
                </a:lnTo>
                <a:lnTo>
                  <a:pt x="13694" y="8267"/>
                </a:lnTo>
                <a:lnTo>
                  <a:pt x="13753" y="8311"/>
                </a:lnTo>
                <a:lnTo>
                  <a:pt x="13801" y="8367"/>
                </a:lnTo>
                <a:lnTo>
                  <a:pt x="13849" y="8444"/>
                </a:lnTo>
                <a:lnTo>
                  <a:pt x="13888" y="8533"/>
                </a:lnTo>
                <a:lnTo>
                  <a:pt x="13928" y="8656"/>
                </a:lnTo>
                <a:lnTo>
                  <a:pt x="13961" y="8767"/>
                </a:lnTo>
                <a:lnTo>
                  <a:pt x="13989" y="8900"/>
                </a:lnTo>
                <a:lnTo>
                  <a:pt x="14015" y="9056"/>
                </a:lnTo>
                <a:lnTo>
                  <a:pt x="14037" y="9222"/>
                </a:lnTo>
                <a:lnTo>
                  <a:pt x="14051" y="9400"/>
                </a:lnTo>
                <a:lnTo>
                  <a:pt x="14065" y="9567"/>
                </a:lnTo>
                <a:lnTo>
                  <a:pt x="14077" y="9744"/>
                </a:lnTo>
                <a:lnTo>
                  <a:pt x="14085" y="9933"/>
                </a:lnTo>
                <a:lnTo>
                  <a:pt x="14091" y="10122"/>
                </a:lnTo>
                <a:lnTo>
                  <a:pt x="14091" y="14344"/>
                </a:lnTo>
                <a:lnTo>
                  <a:pt x="14096" y="14378"/>
                </a:lnTo>
                <a:lnTo>
                  <a:pt x="14096" y="14400"/>
                </a:lnTo>
                <a:lnTo>
                  <a:pt x="14105" y="14422"/>
                </a:lnTo>
                <a:lnTo>
                  <a:pt x="14482" y="14422"/>
                </a:lnTo>
                <a:lnTo>
                  <a:pt x="14493" y="14400"/>
                </a:lnTo>
                <a:lnTo>
                  <a:pt x="14493" y="14378"/>
                </a:lnTo>
                <a:lnTo>
                  <a:pt x="14496" y="14344"/>
                </a:lnTo>
                <a:lnTo>
                  <a:pt x="14496" y="10311"/>
                </a:lnTo>
                <a:lnTo>
                  <a:pt x="14493" y="9956"/>
                </a:lnTo>
                <a:lnTo>
                  <a:pt x="14482" y="9622"/>
                </a:lnTo>
                <a:lnTo>
                  <a:pt x="14467" y="9278"/>
                </a:lnTo>
                <a:lnTo>
                  <a:pt x="14448" y="8956"/>
                </a:lnTo>
                <a:lnTo>
                  <a:pt x="14425" y="8667"/>
                </a:lnTo>
                <a:lnTo>
                  <a:pt x="14392" y="8367"/>
                </a:lnTo>
                <a:lnTo>
                  <a:pt x="14352" y="8100"/>
                </a:lnTo>
                <a:lnTo>
                  <a:pt x="14304" y="7844"/>
                </a:lnTo>
                <a:lnTo>
                  <a:pt x="14254" y="7622"/>
                </a:lnTo>
                <a:lnTo>
                  <a:pt x="14192" y="7433"/>
                </a:lnTo>
                <a:lnTo>
                  <a:pt x="14130" y="7233"/>
                </a:lnTo>
                <a:lnTo>
                  <a:pt x="14057" y="7089"/>
                </a:lnTo>
                <a:lnTo>
                  <a:pt x="13975" y="6967"/>
                </a:lnTo>
                <a:lnTo>
                  <a:pt x="13888" y="6889"/>
                </a:lnTo>
                <a:lnTo>
                  <a:pt x="13795" y="6833"/>
                </a:lnTo>
                <a:lnTo>
                  <a:pt x="13694" y="6822"/>
                </a:lnTo>
                <a:close/>
                <a:moveTo>
                  <a:pt x="15792" y="6967"/>
                </a:moveTo>
                <a:lnTo>
                  <a:pt x="15396" y="6967"/>
                </a:lnTo>
                <a:lnTo>
                  <a:pt x="15390" y="6956"/>
                </a:lnTo>
                <a:lnTo>
                  <a:pt x="15384" y="6933"/>
                </a:lnTo>
                <a:lnTo>
                  <a:pt x="15382" y="6911"/>
                </a:lnTo>
                <a:lnTo>
                  <a:pt x="15382" y="4889"/>
                </a:lnTo>
                <a:lnTo>
                  <a:pt x="15376" y="4867"/>
                </a:lnTo>
                <a:lnTo>
                  <a:pt x="15376" y="4856"/>
                </a:lnTo>
                <a:lnTo>
                  <a:pt x="15368" y="4833"/>
                </a:lnTo>
                <a:lnTo>
                  <a:pt x="14985" y="4833"/>
                </a:lnTo>
                <a:lnTo>
                  <a:pt x="14979" y="4856"/>
                </a:lnTo>
                <a:lnTo>
                  <a:pt x="14974" y="4867"/>
                </a:lnTo>
                <a:lnTo>
                  <a:pt x="14974" y="6911"/>
                </a:lnTo>
                <a:lnTo>
                  <a:pt x="14971" y="6933"/>
                </a:lnTo>
                <a:lnTo>
                  <a:pt x="14965" y="6956"/>
                </a:lnTo>
                <a:lnTo>
                  <a:pt x="14957" y="6967"/>
                </a:lnTo>
                <a:lnTo>
                  <a:pt x="14631" y="6967"/>
                </a:lnTo>
                <a:lnTo>
                  <a:pt x="14628" y="6989"/>
                </a:lnTo>
                <a:lnTo>
                  <a:pt x="14622" y="7011"/>
                </a:lnTo>
                <a:lnTo>
                  <a:pt x="14622" y="8256"/>
                </a:lnTo>
                <a:lnTo>
                  <a:pt x="14628" y="8267"/>
                </a:lnTo>
                <a:lnTo>
                  <a:pt x="14631" y="8289"/>
                </a:lnTo>
                <a:lnTo>
                  <a:pt x="14965" y="8289"/>
                </a:lnTo>
                <a:lnTo>
                  <a:pt x="14974" y="8322"/>
                </a:lnTo>
                <a:lnTo>
                  <a:pt x="14974" y="12333"/>
                </a:lnTo>
                <a:lnTo>
                  <a:pt x="14979" y="12600"/>
                </a:lnTo>
                <a:lnTo>
                  <a:pt x="14985" y="12856"/>
                </a:lnTo>
                <a:lnTo>
                  <a:pt x="14991" y="13078"/>
                </a:lnTo>
                <a:lnTo>
                  <a:pt x="15005" y="13289"/>
                </a:lnTo>
                <a:lnTo>
                  <a:pt x="15024" y="13478"/>
                </a:lnTo>
                <a:lnTo>
                  <a:pt x="15044" y="13656"/>
                </a:lnTo>
                <a:lnTo>
                  <a:pt x="15067" y="13811"/>
                </a:lnTo>
                <a:lnTo>
                  <a:pt x="15095" y="13944"/>
                </a:lnTo>
                <a:lnTo>
                  <a:pt x="15128" y="14056"/>
                </a:lnTo>
                <a:lnTo>
                  <a:pt x="15168" y="14156"/>
                </a:lnTo>
                <a:lnTo>
                  <a:pt x="15213" y="14233"/>
                </a:lnTo>
                <a:lnTo>
                  <a:pt x="15308" y="14367"/>
                </a:lnTo>
                <a:lnTo>
                  <a:pt x="15368" y="14400"/>
                </a:lnTo>
                <a:lnTo>
                  <a:pt x="15429" y="14422"/>
                </a:lnTo>
                <a:lnTo>
                  <a:pt x="15798" y="14422"/>
                </a:lnTo>
                <a:lnTo>
                  <a:pt x="15801" y="14400"/>
                </a:lnTo>
                <a:lnTo>
                  <a:pt x="15806" y="14378"/>
                </a:lnTo>
                <a:lnTo>
                  <a:pt x="15806" y="13044"/>
                </a:lnTo>
                <a:lnTo>
                  <a:pt x="15801" y="13011"/>
                </a:lnTo>
                <a:lnTo>
                  <a:pt x="15798" y="13011"/>
                </a:lnTo>
                <a:lnTo>
                  <a:pt x="15792" y="12989"/>
                </a:lnTo>
                <a:lnTo>
                  <a:pt x="15505" y="12989"/>
                </a:lnTo>
                <a:lnTo>
                  <a:pt x="15472" y="12944"/>
                </a:lnTo>
                <a:lnTo>
                  <a:pt x="15443" y="12889"/>
                </a:lnTo>
                <a:lnTo>
                  <a:pt x="15421" y="12833"/>
                </a:lnTo>
                <a:lnTo>
                  <a:pt x="15401" y="12733"/>
                </a:lnTo>
                <a:lnTo>
                  <a:pt x="15390" y="12644"/>
                </a:lnTo>
                <a:lnTo>
                  <a:pt x="15382" y="12533"/>
                </a:lnTo>
                <a:lnTo>
                  <a:pt x="15382" y="8322"/>
                </a:lnTo>
                <a:lnTo>
                  <a:pt x="15390" y="8289"/>
                </a:lnTo>
                <a:lnTo>
                  <a:pt x="15798" y="8289"/>
                </a:lnTo>
                <a:lnTo>
                  <a:pt x="15801" y="8267"/>
                </a:lnTo>
                <a:lnTo>
                  <a:pt x="15806" y="8256"/>
                </a:lnTo>
                <a:lnTo>
                  <a:pt x="15806" y="7011"/>
                </a:lnTo>
                <a:lnTo>
                  <a:pt x="15801" y="6989"/>
                </a:lnTo>
                <a:lnTo>
                  <a:pt x="15798" y="6967"/>
                </a:lnTo>
                <a:lnTo>
                  <a:pt x="15792" y="6967"/>
                </a:lnTo>
                <a:close/>
                <a:moveTo>
                  <a:pt x="18512" y="6967"/>
                </a:moveTo>
                <a:lnTo>
                  <a:pt x="18146" y="6967"/>
                </a:lnTo>
                <a:lnTo>
                  <a:pt x="18135" y="6989"/>
                </a:lnTo>
                <a:lnTo>
                  <a:pt x="18135" y="7011"/>
                </a:lnTo>
                <a:lnTo>
                  <a:pt x="18129" y="7033"/>
                </a:lnTo>
                <a:lnTo>
                  <a:pt x="18129" y="11344"/>
                </a:lnTo>
                <a:lnTo>
                  <a:pt x="18127" y="11533"/>
                </a:lnTo>
                <a:lnTo>
                  <a:pt x="18115" y="11711"/>
                </a:lnTo>
                <a:lnTo>
                  <a:pt x="18107" y="11878"/>
                </a:lnTo>
                <a:lnTo>
                  <a:pt x="18087" y="12056"/>
                </a:lnTo>
                <a:lnTo>
                  <a:pt x="18068" y="12222"/>
                </a:lnTo>
                <a:lnTo>
                  <a:pt x="18048" y="12378"/>
                </a:lnTo>
                <a:lnTo>
                  <a:pt x="17992" y="12644"/>
                </a:lnTo>
                <a:lnTo>
                  <a:pt x="17958" y="12778"/>
                </a:lnTo>
                <a:lnTo>
                  <a:pt x="17918" y="12867"/>
                </a:lnTo>
                <a:lnTo>
                  <a:pt x="17879" y="12967"/>
                </a:lnTo>
                <a:lnTo>
                  <a:pt x="17837" y="13022"/>
                </a:lnTo>
                <a:lnTo>
                  <a:pt x="17786" y="13078"/>
                </a:lnTo>
                <a:lnTo>
                  <a:pt x="17736" y="13122"/>
                </a:lnTo>
                <a:lnTo>
                  <a:pt x="17623" y="13122"/>
                </a:lnTo>
                <a:lnTo>
                  <a:pt x="17564" y="13078"/>
                </a:lnTo>
                <a:lnTo>
                  <a:pt x="17516" y="13022"/>
                </a:lnTo>
                <a:lnTo>
                  <a:pt x="17468" y="12944"/>
                </a:lnTo>
                <a:lnTo>
                  <a:pt x="17429" y="12856"/>
                </a:lnTo>
                <a:lnTo>
                  <a:pt x="17393" y="12733"/>
                </a:lnTo>
                <a:lnTo>
                  <a:pt x="17356" y="12622"/>
                </a:lnTo>
                <a:lnTo>
                  <a:pt x="17328" y="12467"/>
                </a:lnTo>
                <a:lnTo>
                  <a:pt x="17305" y="12322"/>
                </a:lnTo>
                <a:lnTo>
                  <a:pt x="17280" y="12167"/>
                </a:lnTo>
                <a:lnTo>
                  <a:pt x="17266" y="11989"/>
                </a:lnTo>
                <a:lnTo>
                  <a:pt x="17252" y="11822"/>
                </a:lnTo>
                <a:lnTo>
                  <a:pt x="17241" y="11633"/>
                </a:lnTo>
                <a:lnTo>
                  <a:pt x="17232" y="11456"/>
                </a:lnTo>
                <a:lnTo>
                  <a:pt x="17227" y="11267"/>
                </a:lnTo>
                <a:lnTo>
                  <a:pt x="17227" y="7033"/>
                </a:lnTo>
                <a:lnTo>
                  <a:pt x="17221" y="7011"/>
                </a:lnTo>
                <a:lnTo>
                  <a:pt x="17221" y="6989"/>
                </a:lnTo>
                <a:lnTo>
                  <a:pt x="17213" y="6967"/>
                </a:lnTo>
                <a:lnTo>
                  <a:pt x="16836" y="6967"/>
                </a:lnTo>
                <a:lnTo>
                  <a:pt x="16824" y="6989"/>
                </a:lnTo>
                <a:lnTo>
                  <a:pt x="16824" y="7011"/>
                </a:lnTo>
                <a:lnTo>
                  <a:pt x="16822" y="7033"/>
                </a:lnTo>
                <a:lnTo>
                  <a:pt x="16822" y="11078"/>
                </a:lnTo>
                <a:lnTo>
                  <a:pt x="16824" y="11422"/>
                </a:lnTo>
                <a:lnTo>
                  <a:pt x="16836" y="11767"/>
                </a:lnTo>
                <a:lnTo>
                  <a:pt x="16850" y="12089"/>
                </a:lnTo>
                <a:lnTo>
                  <a:pt x="16869" y="12411"/>
                </a:lnTo>
                <a:lnTo>
                  <a:pt x="16895" y="12722"/>
                </a:lnTo>
                <a:lnTo>
                  <a:pt x="16928" y="13011"/>
                </a:lnTo>
                <a:lnTo>
                  <a:pt x="16965" y="13278"/>
                </a:lnTo>
                <a:lnTo>
                  <a:pt x="17016" y="13522"/>
                </a:lnTo>
                <a:lnTo>
                  <a:pt x="17063" y="13756"/>
                </a:lnTo>
                <a:lnTo>
                  <a:pt x="17125" y="13956"/>
                </a:lnTo>
                <a:lnTo>
                  <a:pt x="17187" y="14133"/>
                </a:lnTo>
                <a:lnTo>
                  <a:pt x="17260" y="14289"/>
                </a:lnTo>
                <a:lnTo>
                  <a:pt x="17342" y="14400"/>
                </a:lnTo>
                <a:lnTo>
                  <a:pt x="17429" y="14500"/>
                </a:lnTo>
                <a:lnTo>
                  <a:pt x="17522" y="14556"/>
                </a:lnTo>
                <a:lnTo>
                  <a:pt x="17623" y="14567"/>
                </a:lnTo>
                <a:lnTo>
                  <a:pt x="17699" y="14556"/>
                </a:lnTo>
                <a:lnTo>
                  <a:pt x="17772" y="14500"/>
                </a:lnTo>
                <a:lnTo>
                  <a:pt x="17840" y="14422"/>
                </a:lnTo>
                <a:lnTo>
                  <a:pt x="17904" y="14322"/>
                </a:lnTo>
                <a:lnTo>
                  <a:pt x="17966" y="14211"/>
                </a:lnTo>
                <a:lnTo>
                  <a:pt x="18014" y="14056"/>
                </a:lnTo>
                <a:lnTo>
                  <a:pt x="18059" y="13922"/>
                </a:lnTo>
                <a:lnTo>
                  <a:pt x="18093" y="13767"/>
                </a:lnTo>
                <a:lnTo>
                  <a:pt x="18101" y="13756"/>
                </a:lnTo>
                <a:lnTo>
                  <a:pt x="18112" y="13733"/>
                </a:lnTo>
                <a:lnTo>
                  <a:pt x="18127" y="13756"/>
                </a:lnTo>
                <a:lnTo>
                  <a:pt x="18129" y="13789"/>
                </a:lnTo>
                <a:lnTo>
                  <a:pt x="18169" y="14344"/>
                </a:lnTo>
                <a:lnTo>
                  <a:pt x="18180" y="14400"/>
                </a:lnTo>
                <a:lnTo>
                  <a:pt x="18183" y="14422"/>
                </a:lnTo>
                <a:lnTo>
                  <a:pt x="18523" y="14422"/>
                </a:lnTo>
                <a:lnTo>
                  <a:pt x="18526" y="14400"/>
                </a:lnTo>
                <a:lnTo>
                  <a:pt x="18532" y="14378"/>
                </a:lnTo>
                <a:lnTo>
                  <a:pt x="18532" y="7011"/>
                </a:lnTo>
                <a:lnTo>
                  <a:pt x="18526" y="6989"/>
                </a:lnTo>
                <a:lnTo>
                  <a:pt x="18523" y="6967"/>
                </a:lnTo>
                <a:lnTo>
                  <a:pt x="18512" y="6967"/>
                </a:lnTo>
                <a:close/>
                <a:moveTo>
                  <a:pt x="20860" y="6822"/>
                </a:moveTo>
                <a:lnTo>
                  <a:pt x="20784" y="6833"/>
                </a:lnTo>
                <a:lnTo>
                  <a:pt x="20706" y="6878"/>
                </a:lnTo>
                <a:lnTo>
                  <a:pt x="20632" y="6956"/>
                </a:lnTo>
                <a:lnTo>
                  <a:pt x="20498" y="7178"/>
                </a:lnTo>
                <a:lnTo>
                  <a:pt x="20436" y="7333"/>
                </a:lnTo>
                <a:lnTo>
                  <a:pt x="20382" y="7511"/>
                </a:lnTo>
                <a:lnTo>
                  <a:pt x="20329" y="7700"/>
                </a:lnTo>
                <a:lnTo>
                  <a:pt x="20320" y="7733"/>
                </a:lnTo>
                <a:lnTo>
                  <a:pt x="20309" y="7733"/>
                </a:lnTo>
                <a:lnTo>
                  <a:pt x="20301" y="7711"/>
                </a:lnTo>
                <a:lnTo>
                  <a:pt x="20289" y="7700"/>
                </a:lnTo>
                <a:lnTo>
                  <a:pt x="20242" y="7489"/>
                </a:lnTo>
                <a:lnTo>
                  <a:pt x="20188" y="7311"/>
                </a:lnTo>
                <a:lnTo>
                  <a:pt x="20135" y="7167"/>
                </a:lnTo>
                <a:lnTo>
                  <a:pt x="20078" y="7033"/>
                </a:lnTo>
                <a:lnTo>
                  <a:pt x="20011" y="6933"/>
                </a:lnTo>
                <a:lnTo>
                  <a:pt x="19943" y="6878"/>
                </a:lnTo>
                <a:lnTo>
                  <a:pt x="19865" y="6833"/>
                </a:lnTo>
                <a:lnTo>
                  <a:pt x="19783" y="6822"/>
                </a:lnTo>
                <a:lnTo>
                  <a:pt x="19716" y="6833"/>
                </a:lnTo>
                <a:lnTo>
                  <a:pt x="19648" y="6878"/>
                </a:lnTo>
                <a:lnTo>
                  <a:pt x="19581" y="6967"/>
                </a:lnTo>
                <a:lnTo>
                  <a:pt x="19522" y="7067"/>
                </a:lnTo>
                <a:lnTo>
                  <a:pt x="19465" y="7178"/>
                </a:lnTo>
                <a:lnTo>
                  <a:pt x="19412" y="7311"/>
                </a:lnTo>
                <a:lnTo>
                  <a:pt x="19367" y="7467"/>
                </a:lnTo>
                <a:lnTo>
                  <a:pt x="19333" y="7600"/>
                </a:lnTo>
                <a:lnTo>
                  <a:pt x="19325" y="7644"/>
                </a:lnTo>
                <a:lnTo>
                  <a:pt x="19311" y="7656"/>
                </a:lnTo>
                <a:lnTo>
                  <a:pt x="19299" y="7644"/>
                </a:lnTo>
                <a:lnTo>
                  <a:pt x="19291" y="7600"/>
                </a:lnTo>
                <a:lnTo>
                  <a:pt x="19257" y="7044"/>
                </a:lnTo>
                <a:lnTo>
                  <a:pt x="19252" y="7011"/>
                </a:lnTo>
                <a:lnTo>
                  <a:pt x="19246" y="6989"/>
                </a:lnTo>
                <a:lnTo>
                  <a:pt x="19238" y="6967"/>
                </a:lnTo>
                <a:lnTo>
                  <a:pt x="18903" y="6967"/>
                </a:lnTo>
                <a:lnTo>
                  <a:pt x="18900" y="6989"/>
                </a:lnTo>
                <a:lnTo>
                  <a:pt x="18894" y="7011"/>
                </a:lnTo>
                <a:lnTo>
                  <a:pt x="18894" y="14378"/>
                </a:lnTo>
                <a:lnTo>
                  <a:pt x="18900" y="14400"/>
                </a:lnTo>
                <a:lnTo>
                  <a:pt x="18903" y="14422"/>
                </a:lnTo>
                <a:lnTo>
                  <a:pt x="19280" y="14422"/>
                </a:lnTo>
                <a:lnTo>
                  <a:pt x="19291" y="14378"/>
                </a:lnTo>
                <a:lnTo>
                  <a:pt x="19291" y="10278"/>
                </a:lnTo>
                <a:lnTo>
                  <a:pt x="19294" y="9878"/>
                </a:lnTo>
                <a:lnTo>
                  <a:pt x="19305" y="9678"/>
                </a:lnTo>
                <a:lnTo>
                  <a:pt x="19311" y="9511"/>
                </a:lnTo>
                <a:lnTo>
                  <a:pt x="19325" y="9322"/>
                </a:lnTo>
                <a:lnTo>
                  <a:pt x="19339" y="9167"/>
                </a:lnTo>
                <a:lnTo>
                  <a:pt x="19353" y="9000"/>
                </a:lnTo>
                <a:lnTo>
                  <a:pt x="19372" y="8867"/>
                </a:lnTo>
                <a:lnTo>
                  <a:pt x="19398" y="8733"/>
                </a:lnTo>
                <a:lnTo>
                  <a:pt x="19426" y="8611"/>
                </a:lnTo>
                <a:lnTo>
                  <a:pt x="19454" y="8500"/>
                </a:lnTo>
                <a:lnTo>
                  <a:pt x="19488" y="8422"/>
                </a:lnTo>
                <a:lnTo>
                  <a:pt x="19527" y="8344"/>
                </a:lnTo>
                <a:lnTo>
                  <a:pt x="19569" y="8311"/>
                </a:lnTo>
                <a:lnTo>
                  <a:pt x="19620" y="8267"/>
                </a:lnTo>
                <a:lnTo>
                  <a:pt x="19668" y="8256"/>
                </a:lnTo>
                <a:lnTo>
                  <a:pt x="19724" y="8267"/>
                </a:lnTo>
                <a:lnTo>
                  <a:pt x="19775" y="8311"/>
                </a:lnTo>
                <a:lnTo>
                  <a:pt x="19817" y="8367"/>
                </a:lnTo>
                <a:lnTo>
                  <a:pt x="19856" y="8422"/>
                </a:lnTo>
                <a:lnTo>
                  <a:pt x="19896" y="8522"/>
                </a:lnTo>
                <a:lnTo>
                  <a:pt x="19924" y="8633"/>
                </a:lnTo>
                <a:lnTo>
                  <a:pt x="19946" y="8744"/>
                </a:lnTo>
                <a:lnTo>
                  <a:pt x="19972" y="8878"/>
                </a:lnTo>
                <a:lnTo>
                  <a:pt x="19991" y="9033"/>
                </a:lnTo>
                <a:lnTo>
                  <a:pt x="20005" y="9189"/>
                </a:lnTo>
                <a:lnTo>
                  <a:pt x="20019" y="9356"/>
                </a:lnTo>
                <a:lnTo>
                  <a:pt x="20031" y="9533"/>
                </a:lnTo>
                <a:lnTo>
                  <a:pt x="20045" y="9889"/>
                </a:lnTo>
                <a:lnTo>
                  <a:pt x="20045" y="14344"/>
                </a:lnTo>
                <a:lnTo>
                  <a:pt x="20047" y="14378"/>
                </a:lnTo>
                <a:lnTo>
                  <a:pt x="20047" y="14400"/>
                </a:lnTo>
                <a:lnTo>
                  <a:pt x="20053" y="14422"/>
                </a:lnTo>
                <a:lnTo>
                  <a:pt x="20430" y="14422"/>
                </a:lnTo>
                <a:lnTo>
                  <a:pt x="20441" y="14400"/>
                </a:lnTo>
                <a:lnTo>
                  <a:pt x="20444" y="14378"/>
                </a:lnTo>
                <a:lnTo>
                  <a:pt x="20450" y="14344"/>
                </a:lnTo>
                <a:lnTo>
                  <a:pt x="20450" y="10278"/>
                </a:lnTo>
                <a:lnTo>
                  <a:pt x="20455" y="9878"/>
                </a:lnTo>
                <a:lnTo>
                  <a:pt x="20464" y="9511"/>
                </a:lnTo>
                <a:lnTo>
                  <a:pt x="20475" y="9322"/>
                </a:lnTo>
                <a:lnTo>
                  <a:pt x="20489" y="9167"/>
                </a:lnTo>
                <a:lnTo>
                  <a:pt x="20503" y="9000"/>
                </a:lnTo>
                <a:lnTo>
                  <a:pt x="20523" y="8867"/>
                </a:lnTo>
                <a:lnTo>
                  <a:pt x="20545" y="8733"/>
                </a:lnTo>
                <a:lnTo>
                  <a:pt x="20571" y="8611"/>
                </a:lnTo>
                <a:lnTo>
                  <a:pt x="20599" y="8500"/>
                </a:lnTo>
                <a:lnTo>
                  <a:pt x="20678" y="8344"/>
                </a:lnTo>
                <a:lnTo>
                  <a:pt x="20720" y="8311"/>
                </a:lnTo>
                <a:lnTo>
                  <a:pt x="20768" y="8267"/>
                </a:lnTo>
                <a:lnTo>
                  <a:pt x="20821" y="8256"/>
                </a:lnTo>
                <a:lnTo>
                  <a:pt x="20880" y="8267"/>
                </a:lnTo>
                <a:lnTo>
                  <a:pt x="20928" y="8311"/>
                </a:lnTo>
                <a:lnTo>
                  <a:pt x="20973" y="8367"/>
                </a:lnTo>
                <a:lnTo>
                  <a:pt x="21015" y="8444"/>
                </a:lnTo>
                <a:lnTo>
                  <a:pt x="21049" y="8522"/>
                </a:lnTo>
                <a:lnTo>
                  <a:pt x="21077" y="8633"/>
                </a:lnTo>
                <a:lnTo>
                  <a:pt x="21108" y="8767"/>
                </a:lnTo>
                <a:lnTo>
                  <a:pt x="21130" y="8900"/>
                </a:lnTo>
                <a:lnTo>
                  <a:pt x="21150" y="9033"/>
                </a:lnTo>
                <a:lnTo>
                  <a:pt x="21164" y="9200"/>
                </a:lnTo>
                <a:lnTo>
                  <a:pt x="21181" y="9356"/>
                </a:lnTo>
                <a:lnTo>
                  <a:pt x="21189" y="9544"/>
                </a:lnTo>
                <a:lnTo>
                  <a:pt x="21198" y="9911"/>
                </a:lnTo>
                <a:lnTo>
                  <a:pt x="21203" y="10278"/>
                </a:lnTo>
                <a:lnTo>
                  <a:pt x="21203" y="14378"/>
                </a:lnTo>
                <a:lnTo>
                  <a:pt x="21215" y="14422"/>
                </a:lnTo>
                <a:lnTo>
                  <a:pt x="21592" y="14422"/>
                </a:lnTo>
                <a:lnTo>
                  <a:pt x="21594" y="14400"/>
                </a:lnTo>
                <a:lnTo>
                  <a:pt x="21600" y="14378"/>
                </a:lnTo>
                <a:lnTo>
                  <a:pt x="21600" y="9811"/>
                </a:lnTo>
                <a:lnTo>
                  <a:pt x="21592" y="9433"/>
                </a:lnTo>
                <a:lnTo>
                  <a:pt x="21575" y="9089"/>
                </a:lnTo>
                <a:lnTo>
                  <a:pt x="21552" y="8744"/>
                </a:lnTo>
                <a:lnTo>
                  <a:pt x="21527" y="8444"/>
                </a:lnTo>
                <a:lnTo>
                  <a:pt x="21493" y="8156"/>
                </a:lnTo>
                <a:lnTo>
                  <a:pt x="21454" y="7911"/>
                </a:lnTo>
                <a:lnTo>
                  <a:pt x="21412" y="7678"/>
                </a:lnTo>
                <a:lnTo>
                  <a:pt x="21358" y="7467"/>
                </a:lnTo>
                <a:lnTo>
                  <a:pt x="21305" y="7300"/>
                </a:lnTo>
                <a:lnTo>
                  <a:pt x="21243" y="7167"/>
                </a:lnTo>
                <a:lnTo>
                  <a:pt x="21175" y="7033"/>
                </a:lnTo>
                <a:lnTo>
                  <a:pt x="21108" y="6933"/>
                </a:lnTo>
                <a:lnTo>
                  <a:pt x="21029" y="6878"/>
                </a:lnTo>
                <a:lnTo>
                  <a:pt x="20948" y="6822"/>
                </a:lnTo>
                <a:lnTo>
                  <a:pt x="20860" y="6822"/>
                </a:lnTo>
                <a:close/>
                <a:moveTo>
                  <a:pt x="16501" y="6967"/>
                </a:moveTo>
                <a:lnTo>
                  <a:pt x="16130" y="6967"/>
                </a:lnTo>
                <a:lnTo>
                  <a:pt x="16124" y="6989"/>
                </a:lnTo>
                <a:lnTo>
                  <a:pt x="16121" y="7011"/>
                </a:lnTo>
                <a:lnTo>
                  <a:pt x="16121" y="14378"/>
                </a:lnTo>
                <a:lnTo>
                  <a:pt x="16124" y="14400"/>
                </a:lnTo>
                <a:lnTo>
                  <a:pt x="16130" y="14422"/>
                </a:lnTo>
                <a:lnTo>
                  <a:pt x="16512" y="14422"/>
                </a:lnTo>
                <a:lnTo>
                  <a:pt x="16518" y="14400"/>
                </a:lnTo>
                <a:lnTo>
                  <a:pt x="16521" y="14378"/>
                </a:lnTo>
                <a:lnTo>
                  <a:pt x="16521" y="7011"/>
                </a:lnTo>
                <a:lnTo>
                  <a:pt x="16518" y="6989"/>
                </a:lnTo>
                <a:lnTo>
                  <a:pt x="16512" y="6967"/>
                </a:lnTo>
                <a:lnTo>
                  <a:pt x="16501" y="6967"/>
                </a:lnTo>
                <a:close/>
                <a:moveTo>
                  <a:pt x="16324" y="4089"/>
                </a:moveTo>
                <a:lnTo>
                  <a:pt x="16270" y="4111"/>
                </a:lnTo>
                <a:lnTo>
                  <a:pt x="16225" y="4167"/>
                </a:lnTo>
                <a:lnTo>
                  <a:pt x="16183" y="4244"/>
                </a:lnTo>
                <a:lnTo>
                  <a:pt x="16149" y="4356"/>
                </a:lnTo>
                <a:lnTo>
                  <a:pt x="16121" y="4511"/>
                </a:lnTo>
                <a:lnTo>
                  <a:pt x="16096" y="4656"/>
                </a:lnTo>
                <a:lnTo>
                  <a:pt x="16082" y="4856"/>
                </a:lnTo>
                <a:lnTo>
                  <a:pt x="16076" y="5044"/>
                </a:lnTo>
                <a:lnTo>
                  <a:pt x="16082" y="5233"/>
                </a:lnTo>
                <a:lnTo>
                  <a:pt x="16096" y="5400"/>
                </a:lnTo>
                <a:lnTo>
                  <a:pt x="16121" y="5578"/>
                </a:lnTo>
                <a:lnTo>
                  <a:pt x="16149" y="5711"/>
                </a:lnTo>
                <a:lnTo>
                  <a:pt x="16183" y="5822"/>
                </a:lnTo>
                <a:lnTo>
                  <a:pt x="16225" y="5922"/>
                </a:lnTo>
                <a:lnTo>
                  <a:pt x="16270" y="5978"/>
                </a:lnTo>
                <a:lnTo>
                  <a:pt x="16324" y="6000"/>
                </a:lnTo>
                <a:lnTo>
                  <a:pt x="16372" y="5978"/>
                </a:lnTo>
                <a:lnTo>
                  <a:pt x="16414" y="5922"/>
                </a:lnTo>
                <a:lnTo>
                  <a:pt x="16459" y="5822"/>
                </a:lnTo>
                <a:lnTo>
                  <a:pt x="16492" y="5711"/>
                </a:lnTo>
                <a:lnTo>
                  <a:pt x="16521" y="5578"/>
                </a:lnTo>
                <a:lnTo>
                  <a:pt x="16546" y="5400"/>
                </a:lnTo>
                <a:lnTo>
                  <a:pt x="16560" y="5233"/>
                </a:lnTo>
                <a:lnTo>
                  <a:pt x="16566" y="5044"/>
                </a:lnTo>
                <a:lnTo>
                  <a:pt x="16560" y="4856"/>
                </a:lnTo>
                <a:lnTo>
                  <a:pt x="16546" y="4656"/>
                </a:lnTo>
                <a:lnTo>
                  <a:pt x="16521" y="4511"/>
                </a:lnTo>
                <a:lnTo>
                  <a:pt x="16492" y="4356"/>
                </a:lnTo>
                <a:lnTo>
                  <a:pt x="16459" y="4244"/>
                </a:lnTo>
                <a:lnTo>
                  <a:pt x="16414" y="4167"/>
                </a:lnTo>
                <a:lnTo>
                  <a:pt x="16372" y="4111"/>
                </a:lnTo>
                <a:lnTo>
                  <a:pt x="16324" y="4089"/>
                </a:lnTo>
                <a:close/>
                <a:moveTo>
                  <a:pt x="2720" y="0"/>
                </a:moveTo>
                <a:lnTo>
                  <a:pt x="2579" y="0"/>
                </a:lnTo>
                <a:lnTo>
                  <a:pt x="2441" y="56"/>
                </a:lnTo>
                <a:lnTo>
                  <a:pt x="2306" y="111"/>
                </a:lnTo>
                <a:lnTo>
                  <a:pt x="2168" y="211"/>
                </a:lnTo>
                <a:lnTo>
                  <a:pt x="2039" y="322"/>
                </a:lnTo>
                <a:lnTo>
                  <a:pt x="1910" y="478"/>
                </a:lnTo>
                <a:lnTo>
                  <a:pt x="1783" y="644"/>
                </a:lnTo>
                <a:lnTo>
                  <a:pt x="1662" y="844"/>
                </a:lnTo>
                <a:lnTo>
                  <a:pt x="1541" y="1056"/>
                </a:lnTo>
                <a:lnTo>
                  <a:pt x="1420" y="1300"/>
                </a:lnTo>
                <a:lnTo>
                  <a:pt x="1311" y="1544"/>
                </a:lnTo>
                <a:lnTo>
                  <a:pt x="1198" y="1833"/>
                </a:lnTo>
                <a:lnTo>
                  <a:pt x="1091" y="2144"/>
                </a:lnTo>
                <a:lnTo>
                  <a:pt x="990" y="2444"/>
                </a:lnTo>
                <a:lnTo>
                  <a:pt x="889" y="2789"/>
                </a:lnTo>
                <a:lnTo>
                  <a:pt x="796" y="3156"/>
                </a:lnTo>
                <a:lnTo>
                  <a:pt x="706" y="3511"/>
                </a:lnTo>
                <a:lnTo>
                  <a:pt x="619" y="3911"/>
                </a:lnTo>
                <a:lnTo>
                  <a:pt x="540" y="4311"/>
                </a:lnTo>
                <a:lnTo>
                  <a:pt x="464" y="4733"/>
                </a:lnTo>
                <a:lnTo>
                  <a:pt x="391" y="5178"/>
                </a:lnTo>
                <a:lnTo>
                  <a:pt x="329" y="5611"/>
                </a:lnTo>
                <a:lnTo>
                  <a:pt x="264" y="6089"/>
                </a:lnTo>
                <a:lnTo>
                  <a:pt x="214" y="6567"/>
                </a:lnTo>
                <a:lnTo>
                  <a:pt x="163" y="7044"/>
                </a:lnTo>
                <a:lnTo>
                  <a:pt x="121" y="7544"/>
                </a:lnTo>
                <a:lnTo>
                  <a:pt x="82" y="8056"/>
                </a:lnTo>
                <a:lnTo>
                  <a:pt x="53" y="8578"/>
                </a:lnTo>
                <a:lnTo>
                  <a:pt x="28" y="9111"/>
                </a:lnTo>
                <a:lnTo>
                  <a:pt x="14" y="9644"/>
                </a:lnTo>
                <a:lnTo>
                  <a:pt x="0" y="10200"/>
                </a:lnTo>
                <a:lnTo>
                  <a:pt x="0" y="11311"/>
                </a:lnTo>
                <a:lnTo>
                  <a:pt x="14" y="11856"/>
                </a:lnTo>
                <a:lnTo>
                  <a:pt x="28" y="12400"/>
                </a:lnTo>
                <a:lnTo>
                  <a:pt x="53" y="12911"/>
                </a:lnTo>
                <a:lnTo>
                  <a:pt x="82" y="13444"/>
                </a:lnTo>
                <a:lnTo>
                  <a:pt x="121" y="13944"/>
                </a:lnTo>
                <a:lnTo>
                  <a:pt x="163" y="14456"/>
                </a:lnTo>
                <a:lnTo>
                  <a:pt x="214" y="14933"/>
                </a:lnTo>
                <a:lnTo>
                  <a:pt x="264" y="15411"/>
                </a:lnTo>
                <a:lnTo>
                  <a:pt x="329" y="15867"/>
                </a:lnTo>
                <a:lnTo>
                  <a:pt x="391" y="16333"/>
                </a:lnTo>
                <a:lnTo>
                  <a:pt x="464" y="16767"/>
                </a:lnTo>
                <a:lnTo>
                  <a:pt x="540" y="17189"/>
                </a:lnTo>
                <a:lnTo>
                  <a:pt x="619" y="17589"/>
                </a:lnTo>
                <a:lnTo>
                  <a:pt x="706" y="17989"/>
                </a:lnTo>
                <a:lnTo>
                  <a:pt x="796" y="18356"/>
                </a:lnTo>
                <a:lnTo>
                  <a:pt x="889" y="18711"/>
                </a:lnTo>
                <a:lnTo>
                  <a:pt x="990" y="19056"/>
                </a:lnTo>
                <a:lnTo>
                  <a:pt x="1091" y="19367"/>
                </a:lnTo>
                <a:lnTo>
                  <a:pt x="1198" y="19667"/>
                </a:lnTo>
                <a:lnTo>
                  <a:pt x="1311" y="19956"/>
                </a:lnTo>
                <a:lnTo>
                  <a:pt x="1420" y="20211"/>
                </a:lnTo>
                <a:lnTo>
                  <a:pt x="1541" y="20456"/>
                </a:lnTo>
                <a:lnTo>
                  <a:pt x="1662" y="20667"/>
                </a:lnTo>
                <a:lnTo>
                  <a:pt x="1783" y="20856"/>
                </a:lnTo>
                <a:lnTo>
                  <a:pt x="1910" y="21022"/>
                </a:lnTo>
                <a:lnTo>
                  <a:pt x="2039" y="21156"/>
                </a:lnTo>
                <a:lnTo>
                  <a:pt x="2168" y="21289"/>
                </a:lnTo>
                <a:lnTo>
                  <a:pt x="2306" y="21389"/>
                </a:lnTo>
                <a:lnTo>
                  <a:pt x="2441" y="21444"/>
                </a:lnTo>
                <a:lnTo>
                  <a:pt x="2579" y="21489"/>
                </a:lnTo>
                <a:lnTo>
                  <a:pt x="2720" y="21500"/>
                </a:lnTo>
                <a:lnTo>
                  <a:pt x="2860" y="21489"/>
                </a:lnTo>
                <a:lnTo>
                  <a:pt x="3001" y="21444"/>
                </a:lnTo>
                <a:lnTo>
                  <a:pt x="3136" y="21389"/>
                </a:lnTo>
                <a:lnTo>
                  <a:pt x="3265" y="21289"/>
                </a:lnTo>
                <a:lnTo>
                  <a:pt x="3403" y="21156"/>
                </a:lnTo>
                <a:lnTo>
                  <a:pt x="3527" y="21022"/>
                </a:lnTo>
                <a:lnTo>
                  <a:pt x="3659" y="20856"/>
                </a:lnTo>
                <a:lnTo>
                  <a:pt x="3780" y="20667"/>
                </a:lnTo>
                <a:lnTo>
                  <a:pt x="3901" y="20456"/>
                </a:lnTo>
                <a:lnTo>
                  <a:pt x="4016" y="20211"/>
                </a:lnTo>
                <a:lnTo>
                  <a:pt x="4132" y="19956"/>
                </a:lnTo>
                <a:lnTo>
                  <a:pt x="4244" y="19667"/>
                </a:lnTo>
                <a:lnTo>
                  <a:pt x="4348" y="19367"/>
                </a:lnTo>
                <a:lnTo>
                  <a:pt x="4449" y="19056"/>
                </a:lnTo>
                <a:lnTo>
                  <a:pt x="4551" y="18711"/>
                </a:lnTo>
                <a:lnTo>
                  <a:pt x="4643" y="18356"/>
                </a:lnTo>
                <a:lnTo>
                  <a:pt x="4736" y="17989"/>
                </a:lnTo>
                <a:lnTo>
                  <a:pt x="4823" y="17589"/>
                </a:lnTo>
                <a:lnTo>
                  <a:pt x="4899" y="17189"/>
                </a:lnTo>
                <a:lnTo>
                  <a:pt x="4978" y="16767"/>
                </a:lnTo>
                <a:lnTo>
                  <a:pt x="5048" y="16333"/>
                </a:lnTo>
                <a:lnTo>
                  <a:pt x="5113" y="15867"/>
                </a:lnTo>
                <a:lnTo>
                  <a:pt x="5175" y="15411"/>
                </a:lnTo>
                <a:lnTo>
                  <a:pt x="5228" y="14933"/>
                </a:lnTo>
                <a:lnTo>
                  <a:pt x="5276" y="14456"/>
                </a:lnTo>
                <a:lnTo>
                  <a:pt x="5321" y="13944"/>
                </a:lnTo>
                <a:lnTo>
                  <a:pt x="5355" y="13444"/>
                </a:lnTo>
                <a:lnTo>
                  <a:pt x="5389" y="12911"/>
                </a:lnTo>
                <a:lnTo>
                  <a:pt x="5411" y="12400"/>
                </a:lnTo>
                <a:lnTo>
                  <a:pt x="5425" y="11856"/>
                </a:lnTo>
                <a:lnTo>
                  <a:pt x="5437" y="11311"/>
                </a:lnTo>
                <a:lnTo>
                  <a:pt x="5442" y="10756"/>
                </a:lnTo>
                <a:lnTo>
                  <a:pt x="5437" y="10200"/>
                </a:lnTo>
                <a:lnTo>
                  <a:pt x="5425" y="9644"/>
                </a:lnTo>
                <a:lnTo>
                  <a:pt x="5411" y="9111"/>
                </a:lnTo>
                <a:lnTo>
                  <a:pt x="5389" y="8578"/>
                </a:lnTo>
                <a:lnTo>
                  <a:pt x="5355" y="8056"/>
                </a:lnTo>
                <a:lnTo>
                  <a:pt x="5321" y="7544"/>
                </a:lnTo>
                <a:lnTo>
                  <a:pt x="5276" y="7044"/>
                </a:lnTo>
                <a:lnTo>
                  <a:pt x="5228" y="6567"/>
                </a:lnTo>
                <a:lnTo>
                  <a:pt x="5175" y="6089"/>
                </a:lnTo>
                <a:lnTo>
                  <a:pt x="5113" y="5611"/>
                </a:lnTo>
                <a:lnTo>
                  <a:pt x="5048" y="5178"/>
                </a:lnTo>
                <a:lnTo>
                  <a:pt x="4978" y="4733"/>
                </a:lnTo>
                <a:lnTo>
                  <a:pt x="4899" y="4311"/>
                </a:lnTo>
                <a:lnTo>
                  <a:pt x="4823" y="3911"/>
                </a:lnTo>
                <a:lnTo>
                  <a:pt x="4736" y="3511"/>
                </a:lnTo>
                <a:lnTo>
                  <a:pt x="4643" y="3156"/>
                </a:lnTo>
                <a:lnTo>
                  <a:pt x="4551" y="2789"/>
                </a:lnTo>
                <a:lnTo>
                  <a:pt x="4449" y="2444"/>
                </a:lnTo>
                <a:lnTo>
                  <a:pt x="4348" y="2144"/>
                </a:lnTo>
                <a:lnTo>
                  <a:pt x="4244" y="1833"/>
                </a:lnTo>
                <a:lnTo>
                  <a:pt x="4132" y="1544"/>
                </a:lnTo>
                <a:lnTo>
                  <a:pt x="4016" y="1300"/>
                </a:lnTo>
                <a:lnTo>
                  <a:pt x="3901" y="1056"/>
                </a:lnTo>
                <a:lnTo>
                  <a:pt x="3780" y="844"/>
                </a:lnTo>
                <a:lnTo>
                  <a:pt x="3659" y="644"/>
                </a:lnTo>
                <a:lnTo>
                  <a:pt x="3527" y="478"/>
                </a:lnTo>
                <a:lnTo>
                  <a:pt x="3403" y="322"/>
                </a:lnTo>
                <a:lnTo>
                  <a:pt x="3265" y="211"/>
                </a:lnTo>
                <a:lnTo>
                  <a:pt x="3136" y="111"/>
                </a:lnTo>
                <a:lnTo>
                  <a:pt x="3001" y="56"/>
                </a:lnTo>
                <a:lnTo>
                  <a:pt x="2860" y="0"/>
                </a:lnTo>
                <a:lnTo>
                  <a:pt x="2720" y="0"/>
                </a:lnTo>
                <a:close/>
                <a:moveTo>
                  <a:pt x="2000" y="13600"/>
                </a:moveTo>
                <a:lnTo>
                  <a:pt x="1929" y="13289"/>
                </a:lnTo>
                <a:lnTo>
                  <a:pt x="1870" y="12967"/>
                </a:lnTo>
                <a:lnTo>
                  <a:pt x="1817" y="12622"/>
                </a:lnTo>
                <a:lnTo>
                  <a:pt x="1775" y="12256"/>
                </a:lnTo>
                <a:lnTo>
                  <a:pt x="1741" y="11900"/>
                </a:lnTo>
                <a:lnTo>
                  <a:pt x="1721" y="11511"/>
                </a:lnTo>
                <a:lnTo>
                  <a:pt x="1704" y="11133"/>
                </a:lnTo>
                <a:lnTo>
                  <a:pt x="1702" y="10756"/>
                </a:lnTo>
                <a:lnTo>
                  <a:pt x="1704" y="10367"/>
                </a:lnTo>
                <a:lnTo>
                  <a:pt x="1721" y="9989"/>
                </a:lnTo>
                <a:lnTo>
                  <a:pt x="1741" y="9611"/>
                </a:lnTo>
                <a:lnTo>
                  <a:pt x="1775" y="9222"/>
                </a:lnTo>
                <a:lnTo>
                  <a:pt x="1817" y="8878"/>
                </a:lnTo>
                <a:lnTo>
                  <a:pt x="1870" y="8533"/>
                </a:lnTo>
                <a:lnTo>
                  <a:pt x="1929" y="8211"/>
                </a:lnTo>
                <a:lnTo>
                  <a:pt x="2000" y="7911"/>
                </a:lnTo>
                <a:lnTo>
                  <a:pt x="2078" y="7622"/>
                </a:lnTo>
                <a:lnTo>
                  <a:pt x="2160" y="7389"/>
                </a:lnTo>
                <a:lnTo>
                  <a:pt x="2247" y="7178"/>
                </a:lnTo>
                <a:lnTo>
                  <a:pt x="2334" y="7011"/>
                </a:lnTo>
                <a:lnTo>
                  <a:pt x="2430" y="6878"/>
                </a:lnTo>
                <a:lnTo>
                  <a:pt x="2528" y="6800"/>
                </a:lnTo>
                <a:lnTo>
                  <a:pt x="2624" y="6744"/>
                </a:lnTo>
                <a:lnTo>
                  <a:pt x="2720" y="6722"/>
                </a:lnTo>
                <a:lnTo>
                  <a:pt x="2818" y="6744"/>
                </a:lnTo>
                <a:lnTo>
                  <a:pt x="2914" y="6800"/>
                </a:lnTo>
                <a:lnTo>
                  <a:pt x="3009" y="6878"/>
                </a:lnTo>
                <a:lnTo>
                  <a:pt x="3102" y="7011"/>
                </a:lnTo>
                <a:lnTo>
                  <a:pt x="3195" y="7178"/>
                </a:lnTo>
                <a:lnTo>
                  <a:pt x="3282" y="7389"/>
                </a:lnTo>
                <a:lnTo>
                  <a:pt x="3364" y="7622"/>
                </a:lnTo>
                <a:lnTo>
                  <a:pt x="3440" y="7911"/>
                </a:lnTo>
                <a:lnTo>
                  <a:pt x="3513" y="8211"/>
                </a:lnTo>
                <a:lnTo>
                  <a:pt x="3572" y="8533"/>
                </a:lnTo>
                <a:lnTo>
                  <a:pt x="3625" y="8878"/>
                </a:lnTo>
                <a:lnTo>
                  <a:pt x="3667" y="9222"/>
                </a:lnTo>
                <a:lnTo>
                  <a:pt x="3696" y="9611"/>
                </a:lnTo>
                <a:lnTo>
                  <a:pt x="3721" y="9989"/>
                </a:lnTo>
                <a:lnTo>
                  <a:pt x="3735" y="10367"/>
                </a:lnTo>
                <a:lnTo>
                  <a:pt x="3741" y="10756"/>
                </a:lnTo>
                <a:lnTo>
                  <a:pt x="3735" y="11133"/>
                </a:lnTo>
                <a:lnTo>
                  <a:pt x="3721" y="11511"/>
                </a:lnTo>
                <a:lnTo>
                  <a:pt x="3696" y="11900"/>
                </a:lnTo>
                <a:lnTo>
                  <a:pt x="3667" y="12256"/>
                </a:lnTo>
                <a:lnTo>
                  <a:pt x="3625" y="12622"/>
                </a:lnTo>
                <a:lnTo>
                  <a:pt x="3572" y="12967"/>
                </a:lnTo>
                <a:lnTo>
                  <a:pt x="3513" y="13289"/>
                </a:lnTo>
                <a:lnTo>
                  <a:pt x="3440" y="13600"/>
                </a:lnTo>
                <a:lnTo>
                  <a:pt x="3364" y="13889"/>
                </a:lnTo>
                <a:lnTo>
                  <a:pt x="3282" y="14111"/>
                </a:lnTo>
                <a:lnTo>
                  <a:pt x="3195" y="14322"/>
                </a:lnTo>
                <a:lnTo>
                  <a:pt x="3102" y="14500"/>
                </a:lnTo>
                <a:lnTo>
                  <a:pt x="3009" y="14611"/>
                </a:lnTo>
                <a:lnTo>
                  <a:pt x="2914" y="14711"/>
                </a:lnTo>
                <a:lnTo>
                  <a:pt x="2818" y="14767"/>
                </a:lnTo>
                <a:lnTo>
                  <a:pt x="2720" y="14778"/>
                </a:lnTo>
                <a:lnTo>
                  <a:pt x="2624" y="14767"/>
                </a:lnTo>
                <a:lnTo>
                  <a:pt x="2528" y="14711"/>
                </a:lnTo>
                <a:lnTo>
                  <a:pt x="2430" y="14611"/>
                </a:lnTo>
                <a:lnTo>
                  <a:pt x="2334" y="14500"/>
                </a:lnTo>
                <a:lnTo>
                  <a:pt x="2247" y="14322"/>
                </a:lnTo>
                <a:lnTo>
                  <a:pt x="2160" y="14111"/>
                </a:lnTo>
                <a:lnTo>
                  <a:pt x="2078" y="13889"/>
                </a:lnTo>
                <a:lnTo>
                  <a:pt x="2000" y="13600"/>
                </a:lnTo>
                <a:close/>
                <a:moveTo>
                  <a:pt x="4044" y="17989"/>
                </a:moveTo>
                <a:lnTo>
                  <a:pt x="3991" y="17989"/>
                </a:lnTo>
                <a:lnTo>
                  <a:pt x="3937" y="17956"/>
                </a:lnTo>
                <a:lnTo>
                  <a:pt x="3890" y="17911"/>
                </a:lnTo>
                <a:lnTo>
                  <a:pt x="3847" y="17833"/>
                </a:lnTo>
                <a:lnTo>
                  <a:pt x="3797" y="17767"/>
                </a:lnTo>
                <a:lnTo>
                  <a:pt x="3760" y="17644"/>
                </a:lnTo>
                <a:lnTo>
                  <a:pt x="3721" y="17533"/>
                </a:lnTo>
                <a:lnTo>
                  <a:pt x="3682" y="17400"/>
                </a:lnTo>
                <a:lnTo>
                  <a:pt x="3648" y="17267"/>
                </a:lnTo>
                <a:lnTo>
                  <a:pt x="3620" y="17111"/>
                </a:lnTo>
                <a:lnTo>
                  <a:pt x="3594" y="16944"/>
                </a:lnTo>
                <a:lnTo>
                  <a:pt x="3572" y="16767"/>
                </a:lnTo>
                <a:lnTo>
                  <a:pt x="3558" y="16578"/>
                </a:lnTo>
                <a:lnTo>
                  <a:pt x="3541" y="16389"/>
                </a:lnTo>
                <a:lnTo>
                  <a:pt x="3538" y="16200"/>
                </a:lnTo>
                <a:lnTo>
                  <a:pt x="3532" y="15989"/>
                </a:lnTo>
                <a:lnTo>
                  <a:pt x="3538" y="15778"/>
                </a:lnTo>
                <a:lnTo>
                  <a:pt x="3541" y="15567"/>
                </a:lnTo>
                <a:lnTo>
                  <a:pt x="3558" y="15378"/>
                </a:lnTo>
                <a:lnTo>
                  <a:pt x="3572" y="15200"/>
                </a:lnTo>
                <a:lnTo>
                  <a:pt x="3594" y="15011"/>
                </a:lnTo>
                <a:lnTo>
                  <a:pt x="3620" y="14856"/>
                </a:lnTo>
                <a:lnTo>
                  <a:pt x="3648" y="14711"/>
                </a:lnTo>
                <a:lnTo>
                  <a:pt x="3682" y="14556"/>
                </a:lnTo>
                <a:lnTo>
                  <a:pt x="3721" y="14422"/>
                </a:lnTo>
                <a:lnTo>
                  <a:pt x="3760" y="14300"/>
                </a:lnTo>
                <a:lnTo>
                  <a:pt x="3797" y="14211"/>
                </a:lnTo>
                <a:lnTo>
                  <a:pt x="3847" y="14111"/>
                </a:lnTo>
                <a:lnTo>
                  <a:pt x="3890" y="14056"/>
                </a:lnTo>
                <a:lnTo>
                  <a:pt x="3937" y="14000"/>
                </a:lnTo>
                <a:lnTo>
                  <a:pt x="4044" y="13956"/>
                </a:lnTo>
                <a:lnTo>
                  <a:pt x="4098" y="13978"/>
                </a:lnTo>
                <a:lnTo>
                  <a:pt x="4146" y="14000"/>
                </a:lnTo>
                <a:lnTo>
                  <a:pt x="4193" y="14056"/>
                </a:lnTo>
                <a:lnTo>
                  <a:pt x="4244" y="14111"/>
                </a:lnTo>
                <a:lnTo>
                  <a:pt x="4286" y="14211"/>
                </a:lnTo>
                <a:lnTo>
                  <a:pt x="4328" y="14300"/>
                </a:lnTo>
                <a:lnTo>
                  <a:pt x="4368" y="14422"/>
                </a:lnTo>
                <a:lnTo>
                  <a:pt x="4402" y="14556"/>
                </a:lnTo>
                <a:lnTo>
                  <a:pt x="4435" y="14711"/>
                </a:lnTo>
                <a:lnTo>
                  <a:pt x="4466" y="14856"/>
                </a:lnTo>
                <a:lnTo>
                  <a:pt x="4494" y="15011"/>
                </a:lnTo>
                <a:lnTo>
                  <a:pt x="4514" y="15200"/>
                </a:lnTo>
                <a:lnTo>
                  <a:pt x="4534" y="15378"/>
                </a:lnTo>
                <a:lnTo>
                  <a:pt x="4542" y="15567"/>
                </a:lnTo>
                <a:lnTo>
                  <a:pt x="4551" y="15778"/>
                </a:lnTo>
                <a:lnTo>
                  <a:pt x="4551" y="16200"/>
                </a:lnTo>
                <a:lnTo>
                  <a:pt x="4534" y="16578"/>
                </a:lnTo>
                <a:lnTo>
                  <a:pt x="4514" y="16767"/>
                </a:lnTo>
                <a:lnTo>
                  <a:pt x="4494" y="16944"/>
                </a:lnTo>
                <a:lnTo>
                  <a:pt x="4466" y="17111"/>
                </a:lnTo>
                <a:lnTo>
                  <a:pt x="4435" y="17267"/>
                </a:lnTo>
                <a:lnTo>
                  <a:pt x="4368" y="17533"/>
                </a:lnTo>
                <a:lnTo>
                  <a:pt x="4328" y="17644"/>
                </a:lnTo>
                <a:lnTo>
                  <a:pt x="4286" y="17767"/>
                </a:lnTo>
                <a:lnTo>
                  <a:pt x="4244" y="17833"/>
                </a:lnTo>
                <a:lnTo>
                  <a:pt x="4193" y="17911"/>
                </a:lnTo>
                <a:lnTo>
                  <a:pt x="4146" y="17956"/>
                </a:lnTo>
                <a:lnTo>
                  <a:pt x="4098" y="17989"/>
                </a:lnTo>
                <a:lnTo>
                  <a:pt x="4044" y="17989"/>
                </a:lnTo>
                <a:close/>
                <a:moveTo>
                  <a:pt x="5127" y="18911"/>
                </a:moveTo>
                <a:lnTo>
                  <a:pt x="5093" y="18922"/>
                </a:lnTo>
                <a:lnTo>
                  <a:pt x="5060" y="18944"/>
                </a:lnTo>
                <a:lnTo>
                  <a:pt x="5026" y="18989"/>
                </a:lnTo>
                <a:lnTo>
                  <a:pt x="4992" y="19022"/>
                </a:lnTo>
                <a:lnTo>
                  <a:pt x="4964" y="19078"/>
                </a:lnTo>
                <a:lnTo>
                  <a:pt x="4933" y="19133"/>
                </a:lnTo>
                <a:lnTo>
                  <a:pt x="4911" y="19233"/>
                </a:lnTo>
                <a:lnTo>
                  <a:pt x="4885" y="19311"/>
                </a:lnTo>
                <a:lnTo>
                  <a:pt x="4860" y="19400"/>
                </a:lnTo>
                <a:lnTo>
                  <a:pt x="4843" y="19500"/>
                </a:lnTo>
                <a:lnTo>
                  <a:pt x="4826" y="19611"/>
                </a:lnTo>
                <a:lnTo>
                  <a:pt x="4812" y="19733"/>
                </a:lnTo>
                <a:lnTo>
                  <a:pt x="4804" y="19867"/>
                </a:lnTo>
                <a:lnTo>
                  <a:pt x="4792" y="20000"/>
                </a:lnTo>
                <a:lnTo>
                  <a:pt x="4790" y="20133"/>
                </a:lnTo>
                <a:lnTo>
                  <a:pt x="4784" y="20267"/>
                </a:lnTo>
                <a:lnTo>
                  <a:pt x="4790" y="20400"/>
                </a:lnTo>
                <a:lnTo>
                  <a:pt x="4792" y="20533"/>
                </a:lnTo>
                <a:lnTo>
                  <a:pt x="4804" y="20667"/>
                </a:lnTo>
                <a:lnTo>
                  <a:pt x="4812" y="20778"/>
                </a:lnTo>
                <a:lnTo>
                  <a:pt x="4826" y="20889"/>
                </a:lnTo>
                <a:lnTo>
                  <a:pt x="4843" y="21011"/>
                </a:lnTo>
                <a:lnTo>
                  <a:pt x="4860" y="21122"/>
                </a:lnTo>
                <a:lnTo>
                  <a:pt x="4885" y="21222"/>
                </a:lnTo>
                <a:lnTo>
                  <a:pt x="4911" y="21289"/>
                </a:lnTo>
                <a:lnTo>
                  <a:pt x="4933" y="21367"/>
                </a:lnTo>
                <a:lnTo>
                  <a:pt x="4964" y="21444"/>
                </a:lnTo>
                <a:lnTo>
                  <a:pt x="4992" y="21500"/>
                </a:lnTo>
                <a:lnTo>
                  <a:pt x="5026" y="21544"/>
                </a:lnTo>
                <a:lnTo>
                  <a:pt x="5060" y="21578"/>
                </a:lnTo>
                <a:lnTo>
                  <a:pt x="5093" y="21600"/>
                </a:lnTo>
                <a:lnTo>
                  <a:pt x="5161" y="21600"/>
                </a:lnTo>
                <a:lnTo>
                  <a:pt x="5195" y="21578"/>
                </a:lnTo>
                <a:lnTo>
                  <a:pt x="5228" y="21544"/>
                </a:lnTo>
                <a:lnTo>
                  <a:pt x="5257" y="21500"/>
                </a:lnTo>
                <a:lnTo>
                  <a:pt x="5287" y="21444"/>
                </a:lnTo>
                <a:lnTo>
                  <a:pt x="5344" y="21289"/>
                </a:lnTo>
                <a:lnTo>
                  <a:pt x="5369" y="21222"/>
                </a:lnTo>
                <a:lnTo>
                  <a:pt x="5389" y="21122"/>
                </a:lnTo>
                <a:lnTo>
                  <a:pt x="5408" y="21011"/>
                </a:lnTo>
                <a:lnTo>
                  <a:pt x="5425" y="20889"/>
                </a:lnTo>
                <a:lnTo>
                  <a:pt x="5442" y="20778"/>
                </a:lnTo>
                <a:lnTo>
                  <a:pt x="5451" y="20667"/>
                </a:lnTo>
                <a:lnTo>
                  <a:pt x="5459" y="20533"/>
                </a:lnTo>
                <a:lnTo>
                  <a:pt x="5465" y="20400"/>
                </a:lnTo>
                <a:lnTo>
                  <a:pt x="5465" y="20133"/>
                </a:lnTo>
                <a:lnTo>
                  <a:pt x="5459" y="20000"/>
                </a:lnTo>
                <a:lnTo>
                  <a:pt x="5442" y="19733"/>
                </a:lnTo>
                <a:lnTo>
                  <a:pt x="5425" y="19611"/>
                </a:lnTo>
                <a:lnTo>
                  <a:pt x="5408" y="19500"/>
                </a:lnTo>
                <a:lnTo>
                  <a:pt x="5389" y="19400"/>
                </a:lnTo>
                <a:lnTo>
                  <a:pt x="5369" y="19311"/>
                </a:lnTo>
                <a:lnTo>
                  <a:pt x="5344" y="19233"/>
                </a:lnTo>
                <a:lnTo>
                  <a:pt x="5316" y="19133"/>
                </a:lnTo>
                <a:lnTo>
                  <a:pt x="5287" y="19078"/>
                </a:lnTo>
                <a:lnTo>
                  <a:pt x="5257" y="19022"/>
                </a:lnTo>
                <a:lnTo>
                  <a:pt x="5228" y="18989"/>
                </a:lnTo>
                <a:lnTo>
                  <a:pt x="5195" y="18944"/>
                </a:lnTo>
                <a:lnTo>
                  <a:pt x="5161" y="18922"/>
                </a:lnTo>
                <a:lnTo>
                  <a:pt x="5127" y="18911"/>
                </a:lnTo>
                <a:close/>
              </a:path>
            </a:pathLst>
          </a:custGeom>
          <a:solidFill>
            <a:srgbClr val="000006"/>
          </a:solidFill>
          <a:ln w="12700">
            <a:miter lim="400000"/>
          </a:ln>
        </p:spPr>
        <p:txBody>
          <a:bodyPr lIns="45719" rIns="45719"/>
          <a:lstStyle/>
          <a:p>
            <a:pPr/>
          </a:p>
        </p:txBody>
      </p:sp>
      <p:sp>
        <p:nvSpPr>
          <p:cNvPr id="107" name="MSIPCMContentMarking"/>
          <p:cNvSpPr txBox="1"/>
          <p:nvPr/>
        </p:nvSpPr>
        <p:spPr>
          <a:xfrm>
            <a:off x="5263052" y="6658292"/>
            <a:ext cx="166589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000000"/>
                </a:solidFill>
                <a:latin typeface="+mj-lt"/>
                <a:ea typeface="+mj-ea"/>
                <a:cs typeface="+mj-cs"/>
                <a:sym typeface="Calibri"/>
              </a:defRPr>
            </a:lvl1pPr>
          </a:lstStyle>
          <a:p>
            <a:pPr/>
            <a:r>
              <a:t>Classification: Confidential</a:t>
            </a:r>
          </a:p>
        </p:txBody>
      </p:sp>
      <p:sp>
        <p:nvSpPr>
          <p:cNvPr id="108" name="Rectangle 8"/>
          <p:cNvSpPr/>
          <p:nvPr/>
        </p:nvSpPr>
        <p:spPr>
          <a:xfrm>
            <a:off x="740568" y="0"/>
            <a:ext cx="11451433" cy="2466975"/>
          </a:xfrm>
          <a:prstGeom prst="rect">
            <a:avLst/>
          </a:prstGeom>
          <a:solidFill>
            <a:srgbClr val="ECE8E4"/>
          </a:solidFill>
          <a:ln w="12700">
            <a:miter lim="400000"/>
          </a:ln>
        </p:spPr>
        <p:txBody>
          <a:bodyPr lIns="45719" rIns="45719" anchor="ctr"/>
          <a:lstStyle/>
          <a:p>
            <a:pPr algn="ctr">
              <a:defRPr>
                <a:solidFill>
                  <a:srgbClr val="FFFFFF"/>
                </a:solidFill>
              </a:defRPr>
            </a:pPr>
          </a:p>
        </p:txBody>
      </p:sp>
      <p:sp>
        <p:nvSpPr>
          <p:cNvPr id="109" name="01"/>
          <p:cNvSpPr txBox="1"/>
          <p:nvPr>
            <p:ph type="title" hasCustomPrompt="1"/>
          </p:nvPr>
        </p:nvSpPr>
        <p:spPr>
          <a:xfrm>
            <a:off x="1162050" y="400050"/>
            <a:ext cx="2305050" cy="971550"/>
          </a:xfrm>
          <a:prstGeom prst="rect">
            <a:avLst/>
          </a:prstGeom>
        </p:spPr>
        <p:txBody>
          <a:bodyPr lIns="0" tIns="0" rIns="0" bIns="0" anchor="t">
            <a:normAutofit fontScale="100000" lnSpcReduction="0"/>
          </a:bodyPr>
          <a:lstStyle>
            <a:lvl1pPr>
              <a:defRPr sz="8300">
                <a:latin typeface="Roboto Light"/>
                <a:ea typeface="Roboto Light"/>
                <a:cs typeface="Roboto Light"/>
                <a:sym typeface="Roboto Light"/>
              </a:defRPr>
            </a:lvl1pPr>
          </a:lstStyle>
          <a:p>
            <a:pPr/>
            <a:r>
              <a:t>01</a:t>
            </a:r>
          </a:p>
        </p:txBody>
      </p:sp>
      <p:sp>
        <p:nvSpPr>
          <p:cNvPr id="110" name="Body Level One…"/>
          <p:cNvSpPr txBox="1"/>
          <p:nvPr>
            <p:ph type="body" sz="quarter" idx="1"/>
          </p:nvPr>
        </p:nvSpPr>
        <p:spPr>
          <a:xfrm>
            <a:off x="1201737" y="3122611"/>
            <a:ext cx="5516564" cy="2516188"/>
          </a:xfrm>
          <a:prstGeom prst="rect">
            <a:avLst/>
          </a:prstGeom>
        </p:spPr>
        <p:txBody>
          <a:bodyPr lIns="0" tIns="0" rIns="0" bIns="0">
            <a:normAutofit fontScale="100000" lnSpcReduction="0"/>
          </a:bodyPr>
          <a:lstStyle>
            <a:lvl1pPr marL="0" indent="0">
              <a:lnSpc>
                <a:spcPct val="100000"/>
              </a:lnSpc>
              <a:buSzTx/>
              <a:buFontTx/>
              <a:buNone/>
              <a:defRPr sz="2400">
                <a:latin typeface="Roboto Medium"/>
                <a:ea typeface="Roboto Medium"/>
                <a:cs typeface="Roboto Medium"/>
                <a:sym typeface="Roboto Medium"/>
              </a:defRPr>
            </a:lvl1pPr>
            <a:lvl2pPr marL="0" indent="457200">
              <a:lnSpc>
                <a:spcPct val="100000"/>
              </a:lnSpc>
              <a:buSzTx/>
              <a:buFontTx/>
              <a:buNone/>
              <a:defRPr sz="2400">
                <a:latin typeface="Roboto Medium"/>
                <a:ea typeface="Roboto Medium"/>
                <a:cs typeface="Roboto Medium"/>
                <a:sym typeface="Roboto Medium"/>
              </a:defRPr>
            </a:lvl2pPr>
            <a:lvl3pPr marL="0" indent="914400">
              <a:lnSpc>
                <a:spcPct val="100000"/>
              </a:lnSpc>
              <a:buSzTx/>
              <a:buFontTx/>
              <a:buNone/>
              <a:defRPr sz="2400">
                <a:latin typeface="Roboto Medium"/>
                <a:ea typeface="Roboto Medium"/>
                <a:cs typeface="Roboto Medium"/>
                <a:sym typeface="Roboto Medium"/>
              </a:defRPr>
            </a:lvl3pPr>
            <a:lvl4pPr marL="0" indent="1371600">
              <a:lnSpc>
                <a:spcPct val="100000"/>
              </a:lnSpc>
              <a:buSzTx/>
              <a:buFontTx/>
              <a:buNone/>
              <a:defRPr sz="2400">
                <a:latin typeface="Roboto Medium"/>
                <a:ea typeface="Roboto Medium"/>
                <a:cs typeface="Roboto Medium"/>
                <a:sym typeface="Roboto Medium"/>
              </a:defRPr>
            </a:lvl4pPr>
            <a:lvl5pPr marL="0" indent="1828800">
              <a:lnSpc>
                <a:spcPct val="100000"/>
              </a:lnSpc>
              <a:buSzTx/>
              <a:buFontTx/>
              <a:buNone/>
              <a:defRPr sz="2400">
                <a:latin typeface="Roboto Medium"/>
                <a:ea typeface="Roboto Medium"/>
                <a:cs typeface="Roboto Medium"/>
                <a:sym typeface="Roboto Medium"/>
              </a:defRPr>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Heading blank">
    <p:spTree>
      <p:nvGrpSpPr>
        <p:cNvPr id="1" name=""/>
        <p:cNvGrpSpPr/>
        <p:nvPr/>
      </p:nvGrpSpPr>
      <p:grpSpPr>
        <a:xfrm>
          <a:off x="0" y="0"/>
          <a:ext cx="0" cy="0"/>
          <a:chOff x="0" y="0"/>
          <a:chExt cx="0" cy="0"/>
        </a:xfrm>
      </p:grpSpPr>
      <p:sp>
        <p:nvSpPr>
          <p:cNvPr id="117" name="Rectangle 6"/>
          <p:cNvSpPr/>
          <p:nvPr/>
        </p:nvSpPr>
        <p:spPr>
          <a:xfrm>
            <a:off x="-1" y="0"/>
            <a:ext cx="740979" cy="6858000"/>
          </a:xfrm>
          <a:prstGeom prst="rect">
            <a:avLst/>
          </a:prstGeom>
          <a:solidFill>
            <a:srgbClr val="000005"/>
          </a:solidFill>
          <a:ln w="12700">
            <a:miter lim="400000"/>
          </a:ln>
        </p:spPr>
        <p:txBody>
          <a:bodyPr lIns="45719" rIns="45719" anchor="ctr"/>
          <a:lstStyle/>
          <a:p>
            <a:pPr algn="ctr">
              <a:defRPr>
                <a:solidFill>
                  <a:srgbClr val="FFFFFF"/>
                </a:solidFill>
              </a:defRPr>
            </a:pPr>
          </a:p>
        </p:txBody>
      </p:sp>
      <p:sp>
        <p:nvSpPr>
          <p:cNvPr id="118" name="Slide Number"/>
          <p:cNvSpPr txBox="1"/>
          <p:nvPr>
            <p:ph type="sldNum" sz="quarter" idx="2"/>
          </p:nvPr>
        </p:nvSpPr>
        <p:spPr>
          <a:prstGeom prst="rect">
            <a:avLst/>
          </a:prstGeom>
        </p:spPr>
        <p:txBody>
          <a:bodyPr/>
          <a:lstStyle/>
          <a:p>
            <a:pPr/>
            <a:fld id="{86CB4B4D-7CA3-9044-876B-883B54F8677D}" type="slidenum"/>
          </a:p>
        </p:txBody>
      </p:sp>
      <p:sp>
        <p:nvSpPr>
          <p:cNvPr id="119" name="Oval 4"/>
          <p:cNvSpPr/>
          <p:nvPr/>
        </p:nvSpPr>
        <p:spPr>
          <a:xfrm>
            <a:off x="-394522" y="473748"/>
            <a:ext cx="229579" cy="229579"/>
          </a:xfrm>
          <a:prstGeom prst="ellipse">
            <a:avLst/>
          </a:prstGeom>
          <a:solidFill>
            <a:srgbClr val="FFFFFF"/>
          </a:solidFill>
          <a:ln w="6350">
            <a:solidFill>
              <a:srgbClr val="000005"/>
            </a:solidFill>
            <a:miter/>
          </a:ln>
        </p:spPr>
        <p:txBody>
          <a:bodyPr lIns="45719" rIns="45719" anchor="ctr"/>
          <a:lstStyle/>
          <a:p>
            <a:pPr algn="ctr">
              <a:defRPr>
                <a:solidFill>
                  <a:srgbClr val="FFFFFF"/>
                </a:solidFill>
              </a:defRPr>
            </a:pPr>
          </a:p>
        </p:txBody>
      </p:sp>
      <p:sp>
        <p:nvSpPr>
          <p:cNvPr id="120" name="Oval 5"/>
          <p:cNvSpPr/>
          <p:nvPr/>
        </p:nvSpPr>
        <p:spPr>
          <a:xfrm>
            <a:off x="-394522" y="783791"/>
            <a:ext cx="229579" cy="229579"/>
          </a:xfrm>
          <a:prstGeom prst="ellipse">
            <a:avLst/>
          </a:prstGeom>
          <a:solidFill>
            <a:srgbClr val="000005"/>
          </a:solidFill>
          <a:ln w="12700">
            <a:miter lim="400000"/>
          </a:ln>
        </p:spPr>
        <p:txBody>
          <a:bodyPr lIns="45719" rIns="45719" anchor="ctr"/>
          <a:lstStyle/>
          <a:p>
            <a:pPr algn="ctr">
              <a:defRPr>
                <a:solidFill>
                  <a:srgbClr val="FFFFFF"/>
                </a:solidFill>
              </a:defRPr>
            </a:pPr>
          </a:p>
        </p:txBody>
      </p:sp>
      <p:sp>
        <p:nvSpPr>
          <p:cNvPr id="121" name="Oval 7"/>
          <p:cNvSpPr/>
          <p:nvPr/>
        </p:nvSpPr>
        <p:spPr>
          <a:xfrm>
            <a:off x="-394522" y="1093833"/>
            <a:ext cx="229579" cy="229579"/>
          </a:xfrm>
          <a:prstGeom prst="ellipse">
            <a:avLst/>
          </a:prstGeom>
          <a:solidFill>
            <a:srgbClr val="ECE8E4"/>
          </a:solidFill>
          <a:ln w="6350">
            <a:solidFill>
              <a:srgbClr val="000005"/>
            </a:solidFill>
            <a:miter/>
          </a:ln>
        </p:spPr>
        <p:txBody>
          <a:bodyPr lIns="45719" rIns="45719" anchor="ctr"/>
          <a:lstStyle/>
          <a:p>
            <a:pPr algn="ctr">
              <a:defRPr>
                <a:solidFill>
                  <a:srgbClr val="FFFFFF"/>
                </a:solidFill>
              </a:defRPr>
            </a:pPr>
          </a:p>
        </p:txBody>
      </p:sp>
      <p:sp>
        <p:nvSpPr>
          <p:cNvPr id="122" name="Oval 10"/>
          <p:cNvSpPr/>
          <p:nvPr/>
        </p:nvSpPr>
        <p:spPr>
          <a:xfrm>
            <a:off x="-394522" y="1403874"/>
            <a:ext cx="229579" cy="229579"/>
          </a:xfrm>
          <a:prstGeom prst="ellipse">
            <a:avLst/>
          </a:prstGeom>
          <a:solidFill>
            <a:schemeClr val="accent1"/>
          </a:solidFill>
          <a:ln w="12700">
            <a:miter lim="400000"/>
          </a:ln>
        </p:spPr>
        <p:txBody>
          <a:bodyPr lIns="45719" rIns="45719" anchor="ctr"/>
          <a:lstStyle/>
          <a:p>
            <a:pPr algn="ctr">
              <a:defRPr>
                <a:solidFill>
                  <a:srgbClr val="FFFFFF"/>
                </a:solidFill>
              </a:defRPr>
            </a:pPr>
          </a:p>
        </p:txBody>
      </p:sp>
      <p:sp>
        <p:nvSpPr>
          <p:cNvPr id="123" name="Oval 11"/>
          <p:cNvSpPr/>
          <p:nvPr/>
        </p:nvSpPr>
        <p:spPr>
          <a:xfrm>
            <a:off x="-394522" y="2334000"/>
            <a:ext cx="229579" cy="229579"/>
          </a:xfrm>
          <a:prstGeom prst="ellipse">
            <a:avLst/>
          </a:prstGeom>
          <a:solidFill>
            <a:schemeClr val="accent2"/>
          </a:solidFill>
          <a:ln w="12700">
            <a:miter lim="400000"/>
          </a:ln>
        </p:spPr>
        <p:txBody>
          <a:bodyPr lIns="45719" rIns="45719" anchor="ctr"/>
          <a:lstStyle/>
          <a:p>
            <a:pPr algn="ctr">
              <a:defRPr>
                <a:solidFill>
                  <a:srgbClr val="FFFFFF"/>
                </a:solidFill>
              </a:defRPr>
            </a:pPr>
          </a:p>
        </p:txBody>
      </p:sp>
      <p:sp>
        <p:nvSpPr>
          <p:cNvPr id="124" name="Oval 12"/>
          <p:cNvSpPr/>
          <p:nvPr/>
        </p:nvSpPr>
        <p:spPr>
          <a:xfrm>
            <a:off x="-394522" y="1713917"/>
            <a:ext cx="229579" cy="229579"/>
          </a:xfrm>
          <a:prstGeom prst="ellipse">
            <a:avLst/>
          </a:prstGeom>
          <a:solidFill>
            <a:schemeClr val="accent4"/>
          </a:solidFill>
          <a:ln w="12700">
            <a:miter lim="400000"/>
          </a:ln>
        </p:spPr>
        <p:txBody>
          <a:bodyPr lIns="45719" rIns="45719" anchor="ctr"/>
          <a:lstStyle/>
          <a:p>
            <a:pPr algn="ctr">
              <a:defRPr>
                <a:solidFill>
                  <a:srgbClr val="FFFFFF"/>
                </a:solidFill>
              </a:defRPr>
            </a:pPr>
          </a:p>
        </p:txBody>
      </p:sp>
      <p:sp>
        <p:nvSpPr>
          <p:cNvPr id="125" name="Oval 13"/>
          <p:cNvSpPr/>
          <p:nvPr/>
        </p:nvSpPr>
        <p:spPr>
          <a:xfrm>
            <a:off x="-394522" y="2023959"/>
            <a:ext cx="229579" cy="229579"/>
          </a:xfrm>
          <a:prstGeom prst="ellipse">
            <a:avLst/>
          </a:prstGeom>
          <a:solidFill>
            <a:schemeClr val="accent3"/>
          </a:solidFill>
          <a:ln w="12700">
            <a:miter lim="400000"/>
          </a:ln>
        </p:spPr>
        <p:txBody>
          <a:bodyPr lIns="45719" rIns="45719" anchor="ctr"/>
          <a:lstStyle/>
          <a:p>
            <a:pPr algn="ctr">
              <a:defRPr>
                <a:solidFill>
                  <a:srgbClr val="FFFFFF"/>
                </a:solidFill>
              </a:defRPr>
            </a:pPr>
          </a:p>
        </p:txBody>
      </p:sp>
      <p:sp>
        <p:nvSpPr>
          <p:cNvPr id="126" name="Oval 14"/>
          <p:cNvSpPr/>
          <p:nvPr/>
        </p:nvSpPr>
        <p:spPr>
          <a:xfrm>
            <a:off x="-394522" y="2644043"/>
            <a:ext cx="229579" cy="229579"/>
          </a:xfrm>
          <a:prstGeom prst="ellipse">
            <a:avLst/>
          </a:prstGeom>
          <a:solidFill>
            <a:schemeClr val="accent6"/>
          </a:solidFill>
          <a:ln w="12700">
            <a:miter lim="400000"/>
          </a:ln>
        </p:spPr>
        <p:txBody>
          <a:bodyPr lIns="45719" rIns="45719" anchor="ctr"/>
          <a:lstStyle/>
          <a:p>
            <a:pPr algn="ctr">
              <a:defRPr>
                <a:solidFill>
                  <a:srgbClr val="FFFFFF"/>
                </a:solidFill>
              </a:defRPr>
            </a:pPr>
          </a:p>
        </p:txBody>
      </p:sp>
      <p:sp>
        <p:nvSpPr>
          <p:cNvPr id="127" name="Oval 15"/>
          <p:cNvSpPr/>
          <p:nvPr/>
        </p:nvSpPr>
        <p:spPr>
          <a:xfrm>
            <a:off x="-394522" y="3802924"/>
            <a:ext cx="230402" cy="230401"/>
          </a:xfrm>
          <a:prstGeom prst="ellipse">
            <a:avLst/>
          </a:prstGeom>
          <a:solidFill>
            <a:srgbClr val="3F68AD"/>
          </a:solidFill>
          <a:ln w="12700">
            <a:miter lim="400000"/>
          </a:ln>
        </p:spPr>
        <p:txBody>
          <a:bodyPr lIns="45719" rIns="45719" anchor="ctr"/>
          <a:lstStyle/>
          <a:p>
            <a:pPr algn="ctr">
              <a:defRPr>
                <a:solidFill>
                  <a:srgbClr val="FFFFFF"/>
                </a:solidFill>
              </a:defRPr>
            </a:pPr>
          </a:p>
        </p:txBody>
      </p:sp>
      <p:sp>
        <p:nvSpPr>
          <p:cNvPr id="128" name="Oval 16"/>
          <p:cNvSpPr/>
          <p:nvPr/>
        </p:nvSpPr>
        <p:spPr>
          <a:xfrm>
            <a:off x="-394522" y="4113789"/>
            <a:ext cx="230402" cy="230401"/>
          </a:xfrm>
          <a:prstGeom prst="ellipse">
            <a:avLst/>
          </a:prstGeom>
          <a:solidFill>
            <a:srgbClr val="44B5C4"/>
          </a:solidFill>
          <a:ln w="12700">
            <a:miter lim="400000"/>
          </a:ln>
        </p:spPr>
        <p:txBody>
          <a:bodyPr lIns="45719" rIns="45719" anchor="ctr"/>
          <a:lstStyle/>
          <a:p>
            <a:pPr algn="ctr">
              <a:defRPr>
                <a:solidFill>
                  <a:srgbClr val="FFFFFF"/>
                </a:solidFill>
              </a:defRPr>
            </a:pPr>
          </a:p>
        </p:txBody>
      </p:sp>
      <p:sp>
        <p:nvSpPr>
          <p:cNvPr id="129" name="Oval 17"/>
          <p:cNvSpPr/>
          <p:nvPr/>
        </p:nvSpPr>
        <p:spPr>
          <a:xfrm>
            <a:off x="-394522" y="4424655"/>
            <a:ext cx="230402" cy="230401"/>
          </a:xfrm>
          <a:prstGeom prst="ellipse">
            <a:avLst/>
          </a:prstGeom>
          <a:solidFill>
            <a:srgbClr val="44D6A3"/>
          </a:solidFill>
          <a:ln w="12700">
            <a:miter lim="400000"/>
          </a:ln>
        </p:spPr>
        <p:txBody>
          <a:bodyPr lIns="45719" rIns="45719" anchor="ctr"/>
          <a:lstStyle/>
          <a:p>
            <a:pPr algn="ctr">
              <a:defRPr>
                <a:solidFill>
                  <a:srgbClr val="FFFFFF"/>
                </a:solidFill>
              </a:defRPr>
            </a:pPr>
          </a:p>
        </p:txBody>
      </p:sp>
      <p:sp>
        <p:nvSpPr>
          <p:cNvPr id="130" name="Oval 18"/>
          <p:cNvSpPr/>
          <p:nvPr/>
        </p:nvSpPr>
        <p:spPr>
          <a:xfrm>
            <a:off x="-394522" y="4735519"/>
            <a:ext cx="230402" cy="230401"/>
          </a:xfrm>
          <a:prstGeom prst="ellipse">
            <a:avLst/>
          </a:prstGeom>
          <a:solidFill>
            <a:srgbClr val="7FDD7C"/>
          </a:solidFill>
          <a:ln w="12700">
            <a:miter lim="400000"/>
          </a:ln>
        </p:spPr>
        <p:txBody>
          <a:bodyPr lIns="45719" rIns="45719" anchor="ctr"/>
          <a:lstStyle/>
          <a:p>
            <a:pPr algn="ctr">
              <a:defRPr>
                <a:solidFill>
                  <a:srgbClr val="FFFFFF"/>
                </a:solidFill>
              </a:defRPr>
            </a:pPr>
          </a:p>
        </p:txBody>
      </p:sp>
      <p:sp>
        <p:nvSpPr>
          <p:cNvPr id="131" name="Oval 19"/>
          <p:cNvSpPr/>
          <p:nvPr/>
        </p:nvSpPr>
        <p:spPr>
          <a:xfrm>
            <a:off x="-394522" y="5046384"/>
            <a:ext cx="230402" cy="230402"/>
          </a:xfrm>
          <a:prstGeom prst="ellipse">
            <a:avLst/>
          </a:prstGeom>
          <a:solidFill>
            <a:srgbClr val="EACC77"/>
          </a:solidFill>
          <a:ln w="12700">
            <a:miter lim="400000"/>
          </a:ln>
        </p:spPr>
        <p:txBody>
          <a:bodyPr lIns="45719" rIns="45719" anchor="ctr"/>
          <a:lstStyle/>
          <a:p>
            <a:pPr algn="ctr">
              <a:defRPr>
                <a:solidFill>
                  <a:srgbClr val="FFFFFF"/>
                </a:solidFill>
              </a:defRPr>
            </a:pPr>
          </a:p>
        </p:txBody>
      </p:sp>
      <p:sp>
        <p:nvSpPr>
          <p:cNvPr id="132" name="Oval 20"/>
          <p:cNvSpPr/>
          <p:nvPr/>
        </p:nvSpPr>
        <p:spPr>
          <a:xfrm>
            <a:off x="-394522" y="5357250"/>
            <a:ext cx="230402" cy="230401"/>
          </a:xfrm>
          <a:prstGeom prst="ellipse">
            <a:avLst/>
          </a:prstGeom>
          <a:solidFill>
            <a:srgbClr val="EF9B47"/>
          </a:solidFill>
          <a:ln w="12700">
            <a:miter lim="400000"/>
          </a:ln>
        </p:spPr>
        <p:txBody>
          <a:bodyPr lIns="45719" rIns="45719" anchor="ctr"/>
          <a:lstStyle/>
          <a:p>
            <a:pPr algn="ctr">
              <a:defRPr>
                <a:solidFill>
                  <a:srgbClr val="FFFFFF"/>
                </a:solidFill>
              </a:defRPr>
            </a:pPr>
          </a:p>
        </p:txBody>
      </p:sp>
      <p:sp>
        <p:nvSpPr>
          <p:cNvPr id="133" name="Oval 21"/>
          <p:cNvSpPr/>
          <p:nvPr/>
        </p:nvSpPr>
        <p:spPr>
          <a:xfrm>
            <a:off x="-394522" y="5668114"/>
            <a:ext cx="230402" cy="230401"/>
          </a:xfrm>
          <a:prstGeom prst="ellipse">
            <a:avLst/>
          </a:prstGeom>
          <a:solidFill>
            <a:srgbClr val="EF6347"/>
          </a:solidFill>
          <a:ln w="12700">
            <a:miter lim="400000"/>
          </a:ln>
        </p:spPr>
        <p:txBody>
          <a:bodyPr lIns="45719" rIns="45719" anchor="ctr"/>
          <a:lstStyle/>
          <a:p>
            <a:pPr algn="ctr">
              <a:defRPr>
                <a:solidFill>
                  <a:srgbClr val="FFFFFF"/>
                </a:solidFill>
              </a:defRPr>
            </a:pPr>
          </a:p>
        </p:txBody>
      </p:sp>
      <p:sp>
        <p:nvSpPr>
          <p:cNvPr id="134" name="Oval 22"/>
          <p:cNvSpPr/>
          <p:nvPr/>
        </p:nvSpPr>
        <p:spPr>
          <a:xfrm>
            <a:off x="-394522" y="5978980"/>
            <a:ext cx="230402" cy="230401"/>
          </a:xfrm>
          <a:prstGeom prst="ellipse">
            <a:avLst/>
          </a:prstGeom>
          <a:solidFill>
            <a:srgbClr val="C96377"/>
          </a:solidFill>
          <a:ln w="12700">
            <a:miter lim="400000"/>
          </a:ln>
        </p:spPr>
        <p:txBody>
          <a:bodyPr lIns="45719" rIns="45719" anchor="ctr"/>
          <a:lstStyle/>
          <a:p>
            <a:pPr algn="ctr">
              <a:defRPr>
                <a:solidFill>
                  <a:srgbClr val="FFFFFF"/>
                </a:solidFill>
              </a:defRPr>
            </a:pPr>
          </a:p>
        </p:txBody>
      </p:sp>
      <p:sp>
        <p:nvSpPr>
          <p:cNvPr id="135" name="Oval 23"/>
          <p:cNvSpPr/>
          <p:nvPr/>
        </p:nvSpPr>
        <p:spPr>
          <a:xfrm>
            <a:off x="-394522" y="6289840"/>
            <a:ext cx="230402" cy="230401"/>
          </a:xfrm>
          <a:prstGeom prst="ellipse">
            <a:avLst/>
          </a:prstGeom>
          <a:solidFill>
            <a:srgbClr val="8E72BF"/>
          </a:solidFill>
          <a:ln w="12700">
            <a:miter lim="400000"/>
          </a:ln>
        </p:spPr>
        <p:txBody>
          <a:bodyPr lIns="45719" rIns="45719" anchor="ctr"/>
          <a:lstStyle/>
          <a:p>
            <a:pPr algn="ctr">
              <a:defRPr>
                <a:solidFill>
                  <a:srgbClr val="FFFFFF"/>
                </a:solidFill>
              </a:defRPr>
            </a:pPr>
          </a:p>
        </p:txBody>
      </p:sp>
      <p:sp>
        <p:nvSpPr>
          <p:cNvPr id="136" name="Freeform 5"/>
          <p:cNvSpPr/>
          <p:nvPr/>
        </p:nvSpPr>
        <p:spPr>
          <a:xfrm>
            <a:off x="1206500" y="6209379"/>
            <a:ext cx="1422400" cy="360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263" y="6967"/>
                </a:moveTo>
                <a:lnTo>
                  <a:pt x="7928" y="6967"/>
                </a:lnTo>
                <a:lnTo>
                  <a:pt x="7920" y="7033"/>
                </a:lnTo>
                <a:lnTo>
                  <a:pt x="7886" y="7567"/>
                </a:lnTo>
                <a:lnTo>
                  <a:pt x="7878" y="7600"/>
                </a:lnTo>
                <a:lnTo>
                  <a:pt x="7867" y="7622"/>
                </a:lnTo>
                <a:lnTo>
                  <a:pt x="7858" y="7622"/>
                </a:lnTo>
                <a:lnTo>
                  <a:pt x="7844" y="7578"/>
                </a:lnTo>
                <a:lnTo>
                  <a:pt x="7799" y="7433"/>
                </a:lnTo>
                <a:lnTo>
                  <a:pt x="7751" y="7300"/>
                </a:lnTo>
                <a:lnTo>
                  <a:pt x="7689" y="7167"/>
                </a:lnTo>
                <a:lnTo>
                  <a:pt x="7625" y="7044"/>
                </a:lnTo>
                <a:lnTo>
                  <a:pt x="7557" y="6956"/>
                </a:lnTo>
                <a:lnTo>
                  <a:pt x="7484" y="6878"/>
                </a:lnTo>
                <a:lnTo>
                  <a:pt x="7414" y="6833"/>
                </a:lnTo>
                <a:lnTo>
                  <a:pt x="7341" y="6822"/>
                </a:lnTo>
                <a:lnTo>
                  <a:pt x="7242" y="6833"/>
                </a:lnTo>
                <a:lnTo>
                  <a:pt x="7147" y="6889"/>
                </a:lnTo>
                <a:lnTo>
                  <a:pt x="7059" y="6967"/>
                </a:lnTo>
                <a:lnTo>
                  <a:pt x="6978" y="7100"/>
                </a:lnTo>
                <a:lnTo>
                  <a:pt x="6899" y="7256"/>
                </a:lnTo>
                <a:lnTo>
                  <a:pt x="6829" y="7433"/>
                </a:lnTo>
                <a:lnTo>
                  <a:pt x="6761" y="7644"/>
                </a:lnTo>
                <a:lnTo>
                  <a:pt x="6702" y="7889"/>
                </a:lnTo>
                <a:lnTo>
                  <a:pt x="6649" y="8156"/>
                </a:lnTo>
                <a:lnTo>
                  <a:pt x="6601" y="8456"/>
                </a:lnTo>
                <a:lnTo>
                  <a:pt x="6562" y="8767"/>
                </a:lnTo>
                <a:lnTo>
                  <a:pt x="6528" y="9111"/>
                </a:lnTo>
                <a:lnTo>
                  <a:pt x="6500" y="9478"/>
                </a:lnTo>
                <a:lnTo>
                  <a:pt x="6480" y="9878"/>
                </a:lnTo>
                <a:lnTo>
                  <a:pt x="6472" y="10278"/>
                </a:lnTo>
                <a:lnTo>
                  <a:pt x="6466" y="10700"/>
                </a:lnTo>
                <a:lnTo>
                  <a:pt x="6472" y="11111"/>
                </a:lnTo>
                <a:lnTo>
                  <a:pt x="6486" y="11511"/>
                </a:lnTo>
                <a:lnTo>
                  <a:pt x="6505" y="11900"/>
                </a:lnTo>
                <a:lnTo>
                  <a:pt x="6528" y="12256"/>
                </a:lnTo>
                <a:lnTo>
                  <a:pt x="6567" y="12600"/>
                </a:lnTo>
                <a:lnTo>
                  <a:pt x="6607" y="12933"/>
                </a:lnTo>
                <a:lnTo>
                  <a:pt x="6654" y="13211"/>
                </a:lnTo>
                <a:lnTo>
                  <a:pt x="6708" y="13500"/>
                </a:lnTo>
                <a:lnTo>
                  <a:pt x="6770" y="13733"/>
                </a:lnTo>
                <a:lnTo>
                  <a:pt x="6837" y="13944"/>
                </a:lnTo>
                <a:lnTo>
                  <a:pt x="6905" y="14133"/>
                </a:lnTo>
                <a:lnTo>
                  <a:pt x="6983" y="14289"/>
                </a:lnTo>
                <a:lnTo>
                  <a:pt x="7065" y="14400"/>
                </a:lnTo>
                <a:lnTo>
                  <a:pt x="7152" y="14500"/>
                </a:lnTo>
                <a:lnTo>
                  <a:pt x="7242" y="14556"/>
                </a:lnTo>
                <a:lnTo>
                  <a:pt x="7341" y="14567"/>
                </a:lnTo>
                <a:lnTo>
                  <a:pt x="7397" y="14556"/>
                </a:lnTo>
                <a:lnTo>
                  <a:pt x="7450" y="14533"/>
                </a:lnTo>
                <a:lnTo>
                  <a:pt x="7501" y="14500"/>
                </a:lnTo>
                <a:lnTo>
                  <a:pt x="7549" y="14456"/>
                </a:lnTo>
                <a:lnTo>
                  <a:pt x="7636" y="14344"/>
                </a:lnTo>
                <a:lnTo>
                  <a:pt x="7706" y="14211"/>
                </a:lnTo>
                <a:lnTo>
                  <a:pt x="7765" y="14078"/>
                </a:lnTo>
                <a:lnTo>
                  <a:pt x="7807" y="13944"/>
                </a:lnTo>
                <a:lnTo>
                  <a:pt x="7853" y="13789"/>
                </a:lnTo>
                <a:lnTo>
                  <a:pt x="7861" y="13767"/>
                </a:lnTo>
                <a:lnTo>
                  <a:pt x="7872" y="13767"/>
                </a:lnTo>
                <a:lnTo>
                  <a:pt x="7881" y="13811"/>
                </a:lnTo>
                <a:lnTo>
                  <a:pt x="7886" y="13822"/>
                </a:lnTo>
                <a:lnTo>
                  <a:pt x="7886" y="17300"/>
                </a:lnTo>
                <a:lnTo>
                  <a:pt x="7892" y="17322"/>
                </a:lnTo>
                <a:lnTo>
                  <a:pt x="7895" y="17344"/>
                </a:lnTo>
                <a:lnTo>
                  <a:pt x="8272" y="17344"/>
                </a:lnTo>
                <a:lnTo>
                  <a:pt x="8283" y="17300"/>
                </a:lnTo>
                <a:lnTo>
                  <a:pt x="8283" y="7011"/>
                </a:lnTo>
                <a:lnTo>
                  <a:pt x="8272" y="6967"/>
                </a:lnTo>
                <a:lnTo>
                  <a:pt x="8263" y="6967"/>
                </a:lnTo>
                <a:close/>
                <a:moveTo>
                  <a:pt x="7394" y="13122"/>
                </a:moveTo>
                <a:lnTo>
                  <a:pt x="7335" y="13122"/>
                </a:lnTo>
                <a:lnTo>
                  <a:pt x="7276" y="13078"/>
                </a:lnTo>
                <a:lnTo>
                  <a:pt x="7220" y="13022"/>
                </a:lnTo>
                <a:lnTo>
                  <a:pt x="7172" y="12944"/>
                </a:lnTo>
                <a:lnTo>
                  <a:pt x="7124" y="12856"/>
                </a:lnTo>
                <a:lnTo>
                  <a:pt x="7079" y="12733"/>
                </a:lnTo>
                <a:lnTo>
                  <a:pt x="7040" y="12600"/>
                </a:lnTo>
                <a:lnTo>
                  <a:pt x="7006" y="12456"/>
                </a:lnTo>
                <a:lnTo>
                  <a:pt x="6972" y="12278"/>
                </a:lnTo>
                <a:lnTo>
                  <a:pt x="6950" y="12089"/>
                </a:lnTo>
                <a:lnTo>
                  <a:pt x="6924" y="11900"/>
                </a:lnTo>
                <a:lnTo>
                  <a:pt x="6905" y="11667"/>
                </a:lnTo>
                <a:lnTo>
                  <a:pt x="6891" y="11444"/>
                </a:lnTo>
                <a:lnTo>
                  <a:pt x="6877" y="11211"/>
                </a:lnTo>
                <a:lnTo>
                  <a:pt x="6871" y="10967"/>
                </a:lnTo>
                <a:lnTo>
                  <a:pt x="6871" y="10422"/>
                </a:lnTo>
                <a:lnTo>
                  <a:pt x="6877" y="10178"/>
                </a:lnTo>
                <a:lnTo>
                  <a:pt x="6891" y="9933"/>
                </a:lnTo>
                <a:lnTo>
                  <a:pt x="6905" y="9700"/>
                </a:lnTo>
                <a:lnTo>
                  <a:pt x="6924" y="9489"/>
                </a:lnTo>
                <a:lnTo>
                  <a:pt x="6950" y="9278"/>
                </a:lnTo>
                <a:lnTo>
                  <a:pt x="6972" y="9111"/>
                </a:lnTo>
                <a:lnTo>
                  <a:pt x="7006" y="8933"/>
                </a:lnTo>
                <a:lnTo>
                  <a:pt x="7040" y="8789"/>
                </a:lnTo>
                <a:lnTo>
                  <a:pt x="7079" y="8633"/>
                </a:lnTo>
                <a:lnTo>
                  <a:pt x="7124" y="8522"/>
                </a:lnTo>
                <a:lnTo>
                  <a:pt x="7172" y="8422"/>
                </a:lnTo>
                <a:lnTo>
                  <a:pt x="7220" y="8344"/>
                </a:lnTo>
                <a:lnTo>
                  <a:pt x="7276" y="8289"/>
                </a:lnTo>
                <a:lnTo>
                  <a:pt x="7335" y="8256"/>
                </a:lnTo>
                <a:lnTo>
                  <a:pt x="7450" y="8256"/>
                </a:lnTo>
                <a:lnTo>
                  <a:pt x="7509" y="8289"/>
                </a:lnTo>
                <a:lnTo>
                  <a:pt x="7557" y="8344"/>
                </a:lnTo>
                <a:lnTo>
                  <a:pt x="7605" y="8422"/>
                </a:lnTo>
                <a:lnTo>
                  <a:pt x="7650" y="8522"/>
                </a:lnTo>
                <a:lnTo>
                  <a:pt x="7689" y="8633"/>
                </a:lnTo>
                <a:lnTo>
                  <a:pt x="7726" y="8789"/>
                </a:lnTo>
                <a:lnTo>
                  <a:pt x="7760" y="8933"/>
                </a:lnTo>
                <a:lnTo>
                  <a:pt x="7791" y="9111"/>
                </a:lnTo>
                <a:lnTo>
                  <a:pt x="7813" y="9278"/>
                </a:lnTo>
                <a:lnTo>
                  <a:pt x="7833" y="9489"/>
                </a:lnTo>
                <a:lnTo>
                  <a:pt x="7853" y="9700"/>
                </a:lnTo>
                <a:lnTo>
                  <a:pt x="7867" y="9933"/>
                </a:lnTo>
                <a:lnTo>
                  <a:pt x="7878" y="10178"/>
                </a:lnTo>
                <a:lnTo>
                  <a:pt x="7881" y="10422"/>
                </a:lnTo>
                <a:lnTo>
                  <a:pt x="7886" y="10700"/>
                </a:lnTo>
                <a:lnTo>
                  <a:pt x="7881" y="10967"/>
                </a:lnTo>
                <a:lnTo>
                  <a:pt x="7878" y="11233"/>
                </a:lnTo>
                <a:lnTo>
                  <a:pt x="7867" y="11478"/>
                </a:lnTo>
                <a:lnTo>
                  <a:pt x="7853" y="11711"/>
                </a:lnTo>
                <a:lnTo>
                  <a:pt x="7833" y="11922"/>
                </a:lnTo>
                <a:lnTo>
                  <a:pt x="7813" y="12122"/>
                </a:lnTo>
                <a:lnTo>
                  <a:pt x="7791" y="12300"/>
                </a:lnTo>
                <a:lnTo>
                  <a:pt x="7760" y="12467"/>
                </a:lnTo>
                <a:lnTo>
                  <a:pt x="7726" y="12622"/>
                </a:lnTo>
                <a:lnTo>
                  <a:pt x="7689" y="12756"/>
                </a:lnTo>
                <a:lnTo>
                  <a:pt x="7650" y="12867"/>
                </a:lnTo>
                <a:lnTo>
                  <a:pt x="7605" y="12944"/>
                </a:lnTo>
                <a:lnTo>
                  <a:pt x="7557" y="13022"/>
                </a:lnTo>
                <a:lnTo>
                  <a:pt x="7509" y="13078"/>
                </a:lnTo>
                <a:lnTo>
                  <a:pt x="7450" y="13122"/>
                </a:lnTo>
                <a:lnTo>
                  <a:pt x="7394" y="13122"/>
                </a:lnTo>
                <a:close/>
                <a:moveTo>
                  <a:pt x="10260" y="6967"/>
                </a:moveTo>
                <a:lnTo>
                  <a:pt x="9892" y="6967"/>
                </a:lnTo>
                <a:lnTo>
                  <a:pt x="9886" y="6989"/>
                </a:lnTo>
                <a:lnTo>
                  <a:pt x="9883" y="7011"/>
                </a:lnTo>
                <a:lnTo>
                  <a:pt x="9883" y="11156"/>
                </a:lnTo>
                <a:lnTo>
                  <a:pt x="9872" y="11533"/>
                </a:lnTo>
                <a:lnTo>
                  <a:pt x="9863" y="11711"/>
                </a:lnTo>
                <a:lnTo>
                  <a:pt x="9852" y="11878"/>
                </a:lnTo>
                <a:lnTo>
                  <a:pt x="9838" y="12056"/>
                </a:lnTo>
                <a:lnTo>
                  <a:pt x="9818" y="12222"/>
                </a:lnTo>
                <a:lnTo>
                  <a:pt x="9796" y="12378"/>
                </a:lnTo>
                <a:lnTo>
                  <a:pt x="9765" y="12511"/>
                </a:lnTo>
                <a:lnTo>
                  <a:pt x="9737" y="12644"/>
                </a:lnTo>
                <a:lnTo>
                  <a:pt x="9703" y="12778"/>
                </a:lnTo>
                <a:lnTo>
                  <a:pt x="9669" y="12867"/>
                </a:lnTo>
                <a:lnTo>
                  <a:pt x="9624" y="12967"/>
                </a:lnTo>
                <a:lnTo>
                  <a:pt x="9582" y="13022"/>
                </a:lnTo>
                <a:lnTo>
                  <a:pt x="9534" y="13078"/>
                </a:lnTo>
                <a:lnTo>
                  <a:pt x="9487" y="13122"/>
                </a:lnTo>
                <a:lnTo>
                  <a:pt x="9368" y="13122"/>
                </a:lnTo>
                <a:lnTo>
                  <a:pt x="9312" y="13078"/>
                </a:lnTo>
                <a:lnTo>
                  <a:pt x="9264" y="13022"/>
                </a:lnTo>
                <a:lnTo>
                  <a:pt x="9219" y="12944"/>
                </a:lnTo>
                <a:lnTo>
                  <a:pt x="9177" y="12856"/>
                </a:lnTo>
                <a:lnTo>
                  <a:pt x="9138" y="12733"/>
                </a:lnTo>
                <a:lnTo>
                  <a:pt x="9104" y="12622"/>
                </a:lnTo>
                <a:lnTo>
                  <a:pt x="9076" y="12467"/>
                </a:lnTo>
                <a:lnTo>
                  <a:pt x="9051" y="12322"/>
                </a:lnTo>
                <a:lnTo>
                  <a:pt x="9031" y="12167"/>
                </a:lnTo>
                <a:lnTo>
                  <a:pt x="9011" y="11989"/>
                </a:lnTo>
                <a:lnTo>
                  <a:pt x="8997" y="11822"/>
                </a:lnTo>
                <a:lnTo>
                  <a:pt x="8989" y="11633"/>
                </a:lnTo>
                <a:lnTo>
                  <a:pt x="8977" y="11456"/>
                </a:lnTo>
                <a:lnTo>
                  <a:pt x="8975" y="11267"/>
                </a:lnTo>
                <a:lnTo>
                  <a:pt x="8975" y="7011"/>
                </a:lnTo>
                <a:lnTo>
                  <a:pt x="8963" y="6967"/>
                </a:lnTo>
                <a:lnTo>
                  <a:pt x="8581" y="6967"/>
                </a:lnTo>
                <a:lnTo>
                  <a:pt x="8578" y="6989"/>
                </a:lnTo>
                <a:lnTo>
                  <a:pt x="8573" y="7011"/>
                </a:lnTo>
                <a:lnTo>
                  <a:pt x="8573" y="11422"/>
                </a:lnTo>
                <a:lnTo>
                  <a:pt x="8581" y="11767"/>
                </a:lnTo>
                <a:lnTo>
                  <a:pt x="8598" y="12089"/>
                </a:lnTo>
                <a:lnTo>
                  <a:pt x="8615" y="12411"/>
                </a:lnTo>
                <a:lnTo>
                  <a:pt x="8646" y="12722"/>
                </a:lnTo>
                <a:lnTo>
                  <a:pt x="8674" y="13011"/>
                </a:lnTo>
                <a:lnTo>
                  <a:pt x="8716" y="13278"/>
                </a:lnTo>
                <a:lnTo>
                  <a:pt x="8761" y="13522"/>
                </a:lnTo>
                <a:lnTo>
                  <a:pt x="8814" y="13756"/>
                </a:lnTo>
                <a:lnTo>
                  <a:pt x="8871" y="13956"/>
                </a:lnTo>
                <a:lnTo>
                  <a:pt x="8935" y="14133"/>
                </a:lnTo>
                <a:lnTo>
                  <a:pt x="9011" y="14289"/>
                </a:lnTo>
                <a:lnTo>
                  <a:pt x="9090" y="14400"/>
                </a:lnTo>
                <a:lnTo>
                  <a:pt x="9177" y="14500"/>
                </a:lnTo>
                <a:lnTo>
                  <a:pt x="9273" y="14556"/>
                </a:lnTo>
                <a:lnTo>
                  <a:pt x="9374" y="14567"/>
                </a:lnTo>
                <a:lnTo>
                  <a:pt x="9447" y="14556"/>
                </a:lnTo>
                <a:lnTo>
                  <a:pt x="9520" y="14500"/>
                </a:lnTo>
                <a:lnTo>
                  <a:pt x="9588" y="14422"/>
                </a:lnTo>
                <a:lnTo>
                  <a:pt x="9655" y="14322"/>
                </a:lnTo>
                <a:lnTo>
                  <a:pt x="9712" y="14211"/>
                </a:lnTo>
                <a:lnTo>
                  <a:pt x="9762" y="14056"/>
                </a:lnTo>
                <a:lnTo>
                  <a:pt x="9804" y="13922"/>
                </a:lnTo>
                <a:lnTo>
                  <a:pt x="9838" y="13767"/>
                </a:lnTo>
                <a:lnTo>
                  <a:pt x="9849" y="13756"/>
                </a:lnTo>
                <a:lnTo>
                  <a:pt x="9863" y="13733"/>
                </a:lnTo>
                <a:lnTo>
                  <a:pt x="9872" y="13756"/>
                </a:lnTo>
                <a:lnTo>
                  <a:pt x="9883" y="13789"/>
                </a:lnTo>
                <a:lnTo>
                  <a:pt x="9917" y="14344"/>
                </a:lnTo>
                <a:lnTo>
                  <a:pt x="9925" y="14400"/>
                </a:lnTo>
                <a:lnTo>
                  <a:pt x="9934" y="14422"/>
                </a:lnTo>
                <a:lnTo>
                  <a:pt x="10268" y="14422"/>
                </a:lnTo>
                <a:lnTo>
                  <a:pt x="10274" y="14400"/>
                </a:lnTo>
                <a:lnTo>
                  <a:pt x="10277" y="14378"/>
                </a:lnTo>
                <a:lnTo>
                  <a:pt x="10277" y="7011"/>
                </a:lnTo>
                <a:lnTo>
                  <a:pt x="10274" y="6989"/>
                </a:lnTo>
                <a:lnTo>
                  <a:pt x="10268" y="6967"/>
                </a:lnTo>
                <a:lnTo>
                  <a:pt x="10260" y="6967"/>
                </a:lnTo>
                <a:close/>
                <a:moveTo>
                  <a:pt x="12490" y="13067"/>
                </a:moveTo>
                <a:lnTo>
                  <a:pt x="12381" y="13067"/>
                </a:lnTo>
                <a:lnTo>
                  <a:pt x="12355" y="13022"/>
                </a:lnTo>
                <a:lnTo>
                  <a:pt x="12333" y="12989"/>
                </a:lnTo>
                <a:lnTo>
                  <a:pt x="12313" y="12933"/>
                </a:lnTo>
                <a:lnTo>
                  <a:pt x="12299" y="12856"/>
                </a:lnTo>
                <a:lnTo>
                  <a:pt x="12288" y="12756"/>
                </a:lnTo>
                <a:lnTo>
                  <a:pt x="12282" y="12678"/>
                </a:lnTo>
                <a:lnTo>
                  <a:pt x="12279" y="12589"/>
                </a:lnTo>
                <a:lnTo>
                  <a:pt x="12279" y="9544"/>
                </a:lnTo>
                <a:lnTo>
                  <a:pt x="12274" y="9222"/>
                </a:lnTo>
                <a:lnTo>
                  <a:pt x="12265" y="8922"/>
                </a:lnTo>
                <a:lnTo>
                  <a:pt x="12246" y="8633"/>
                </a:lnTo>
                <a:lnTo>
                  <a:pt x="12220" y="8367"/>
                </a:lnTo>
                <a:lnTo>
                  <a:pt x="12187" y="8122"/>
                </a:lnTo>
                <a:lnTo>
                  <a:pt x="12147" y="7889"/>
                </a:lnTo>
                <a:lnTo>
                  <a:pt x="12105" y="7678"/>
                </a:lnTo>
                <a:lnTo>
                  <a:pt x="12057" y="7511"/>
                </a:lnTo>
                <a:lnTo>
                  <a:pt x="11998" y="7333"/>
                </a:lnTo>
                <a:lnTo>
                  <a:pt x="11936" y="7200"/>
                </a:lnTo>
                <a:lnTo>
                  <a:pt x="11863" y="7089"/>
                </a:lnTo>
                <a:lnTo>
                  <a:pt x="11790" y="6989"/>
                </a:lnTo>
                <a:lnTo>
                  <a:pt x="11714" y="6911"/>
                </a:lnTo>
                <a:lnTo>
                  <a:pt x="11627" y="6856"/>
                </a:lnTo>
                <a:lnTo>
                  <a:pt x="11540" y="6822"/>
                </a:lnTo>
                <a:lnTo>
                  <a:pt x="11360" y="6822"/>
                </a:lnTo>
                <a:lnTo>
                  <a:pt x="11284" y="6856"/>
                </a:lnTo>
                <a:lnTo>
                  <a:pt x="11205" y="6911"/>
                </a:lnTo>
                <a:lnTo>
                  <a:pt x="11135" y="6967"/>
                </a:lnTo>
                <a:lnTo>
                  <a:pt x="11062" y="7067"/>
                </a:lnTo>
                <a:lnTo>
                  <a:pt x="10994" y="7178"/>
                </a:lnTo>
                <a:lnTo>
                  <a:pt x="10929" y="7311"/>
                </a:lnTo>
                <a:lnTo>
                  <a:pt x="10873" y="7467"/>
                </a:lnTo>
                <a:lnTo>
                  <a:pt x="10814" y="7644"/>
                </a:lnTo>
                <a:lnTo>
                  <a:pt x="10766" y="7833"/>
                </a:lnTo>
                <a:lnTo>
                  <a:pt x="10727" y="8044"/>
                </a:lnTo>
                <a:lnTo>
                  <a:pt x="10687" y="8267"/>
                </a:lnTo>
                <a:lnTo>
                  <a:pt x="10659" y="8522"/>
                </a:lnTo>
                <a:lnTo>
                  <a:pt x="10640" y="8800"/>
                </a:lnTo>
                <a:lnTo>
                  <a:pt x="10626" y="9089"/>
                </a:lnTo>
                <a:lnTo>
                  <a:pt x="10620" y="9411"/>
                </a:lnTo>
                <a:lnTo>
                  <a:pt x="10626" y="9433"/>
                </a:lnTo>
                <a:lnTo>
                  <a:pt x="10626" y="9456"/>
                </a:lnTo>
                <a:lnTo>
                  <a:pt x="10637" y="9478"/>
                </a:lnTo>
                <a:lnTo>
                  <a:pt x="10640" y="9489"/>
                </a:lnTo>
                <a:lnTo>
                  <a:pt x="11002" y="9489"/>
                </a:lnTo>
                <a:lnTo>
                  <a:pt x="11014" y="9478"/>
                </a:lnTo>
                <a:lnTo>
                  <a:pt x="11017" y="9456"/>
                </a:lnTo>
                <a:lnTo>
                  <a:pt x="11022" y="9433"/>
                </a:lnTo>
                <a:lnTo>
                  <a:pt x="11022" y="9411"/>
                </a:lnTo>
                <a:lnTo>
                  <a:pt x="11028" y="9189"/>
                </a:lnTo>
                <a:lnTo>
                  <a:pt x="11036" y="9067"/>
                </a:lnTo>
                <a:lnTo>
                  <a:pt x="11062" y="8867"/>
                </a:lnTo>
                <a:lnTo>
                  <a:pt x="11076" y="8767"/>
                </a:lnTo>
                <a:lnTo>
                  <a:pt x="11095" y="8689"/>
                </a:lnTo>
                <a:lnTo>
                  <a:pt x="11118" y="8589"/>
                </a:lnTo>
                <a:lnTo>
                  <a:pt x="11149" y="8522"/>
                </a:lnTo>
                <a:lnTo>
                  <a:pt x="11177" y="8456"/>
                </a:lnTo>
                <a:lnTo>
                  <a:pt x="11211" y="8400"/>
                </a:lnTo>
                <a:lnTo>
                  <a:pt x="11250" y="8344"/>
                </a:lnTo>
                <a:lnTo>
                  <a:pt x="11292" y="8311"/>
                </a:lnTo>
                <a:lnTo>
                  <a:pt x="11337" y="8289"/>
                </a:lnTo>
                <a:lnTo>
                  <a:pt x="11391" y="8267"/>
                </a:lnTo>
                <a:lnTo>
                  <a:pt x="11444" y="8256"/>
                </a:lnTo>
                <a:lnTo>
                  <a:pt x="11514" y="8267"/>
                </a:lnTo>
                <a:lnTo>
                  <a:pt x="11579" y="8289"/>
                </a:lnTo>
                <a:lnTo>
                  <a:pt x="11632" y="8322"/>
                </a:lnTo>
                <a:lnTo>
                  <a:pt x="11680" y="8389"/>
                </a:lnTo>
                <a:lnTo>
                  <a:pt x="11722" y="8444"/>
                </a:lnTo>
                <a:lnTo>
                  <a:pt x="11756" y="8522"/>
                </a:lnTo>
                <a:lnTo>
                  <a:pt x="11784" y="8611"/>
                </a:lnTo>
                <a:lnTo>
                  <a:pt x="11815" y="8711"/>
                </a:lnTo>
                <a:lnTo>
                  <a:pt x="11835" y="8800"/>
                </a:lnTo>
                <a:lnTo>
                  <a:pt x="11849" y="8900"/>
                </a:lnTo>
                <a:lnTo>
                  <a:pt x="11858" y="9000"/>
                </a:lnTo>
                <a:lnTo>
                  <a:pt x="11869" y="9089"/>
                </a:lnTo>
                <a:lnTo>
                  <a:pt x="11877" y="9300"/>
                </a:lnTo>
                <a:lnTo>
                  <a:pt x="11877" y="9544"/>
                </a:lnTo>
                <a:lnTo>
                  <a:pt x="11872" y="9622"/>
                </a:lnTo>
                <a:lnTo>
                  <a:pt x="11863" y="9678"/>
                </a:lnTo>
                <a:lnTo>
                  <a:pt x="11849" y="9756"/>
                </a:lnTo>
                <a:lnTo>
                  <a:pt x="11835" y="9811"/>
                </a:lnTo>
                <a:lnTo>
                  <a:pt x="11810" y="9856"/>
                </a:lnTo>
                <a:lnTo>
                  <a:pt x="11784" y="9889"/>
                </a:lnTo>
                <a:lnTo>
                  <a:pt x="11374" y="9889"/>
                </a:lnTo>
                <a:lnTo>
                  <a:pt x="11278" y="9911"/>
                </a:lnTo>
                <a:lnTo>
                  <a:pt x="11185" y="9956"/>
                </a:lnTo>
                <a:lnTo>
                  <a:pt x="11101" y="10011"/>
                </a:lnTo>
                <a:lnTo>
                  <a:pt x="11017" y="10089"/>
                </a:lnTo>
                <a:lnTo>
                  <a:pt x="10946" y="10178"/>
                </a:lnTo>
                <a:lnTo>
                  <a:pt x="10876" y="10289"/>
                </a:lnTo>
                <a:lnTo>
                  <a:pt x="10820" y="10422"/>
                </a:lnTo>
                <a:lnTo>
                  <a:pt x="10761" y="10578"/>
                </a:lnTo>
                <a:lnTo>
                  <a:pt x="10713" y="10733"/>
                </a:lnTo>
                <a:lnTo>
                  <a:pt x="10673" y="10900"/>
                </a:lnTo>
                <a:lnTo>
                  <a:pt x="10640" y="11100"/>
                </a:lnTo>
                <a:lnTo>
                  <a:pt x="10612" y="11311"/>
                </a:lnTo>
                <a:lnTo>
                  <a:pt x="10586" y="11511"/>
                </a:lnTo>
                <a:lnTo>
                  <a:pt x="10572" y="11744"/>
                </a:lnTo>
                <a:lnTo>
                  <a:pt x="10564" y="11978"/>
                </a:lnTo>
                <a:lnTo>
                  <a:pt x="10558" y="12200"/>
                </a:lnTo>
                <a:lnTo>
                  <a:pt x="10564" y="12467"/>
                </a:lnTo>
                <a:lnTo>
                  <a:pt x="10569" y="12700"/>
                </a:lnTo>
                <a:lnTo>
                  <a:pt x="10583" y="12933"/>
                </a:lnTo>
                <a:lnTo>
                  <a:pt x="10603" y="13156"/>
                </a:lnTo>
                <a:lnTo>
                  <a:pt x="10631" y="13367"/>
                </a:lnTo>
                <a:lnTo>
                  <a:pt x="10659" y="13556"/>
                </a:lnTo>
                <a:lnTo>
                  <a:pt x="10699" y="13733"/>
                </a:lnTo>
                <a:lnTo>
                  <a:pt x="10741" y="13900"/>
                </a:lnTo>
                <a:lnTo>
                  <a:pt x="10792" y="14056"/>
                </a:lnTo>
                <a:lnTo>
                  <a:pt x="10842" y="14189"/>
                </a:lnTo>
                <a:lnTo>
                  <a:pt x="10907" y="14300"/>
                </a:lnTo>
                <a:lnTo>
                  <a:pt x="10974" y="14400"/>
                </a:lnTo>
                <a:lnTo>
                  <a:pt x="11047" y="14478"/>
                </a:lnTo>
                <a:lnTo>
                  <a:pt x="11123" y="14533"/>
                </a:lnTo>
                <a:lnTo>
                  <a:pt x="11211" y="14556"/>
                </a:lnTo>
                <a:lnTo>
                  <a:pt x="11303" y="14567"/>
                </a:lnTo>
                <a:lnTo>
                  <a:pt x="11413" y="14556"/>
                </a:lnTo>
                <a:lnTo>
                  <a:pt x="11520" y="14500"/>
                </a:lnTo>
                <a:lnTo>
                  <a:pt x="11616" y="14400"/>
                </a:lnTo>
                <a:lnTo>
                  <a:pt x="11700" y="14289"/>
                </a:lnTo>
                <a:lnTo>
                  <a:pt x="11770" y="14156"/>
                </a:lnTo>
                <a:lnTo>
                  <a:pt x="11835" y="14022"/>
                </a:lnTo>
                <a:lnTo>
                  <a:pt x="11888" y="13867"/>
                </a:lnTo>
                <a:lnTo>
                  <a:pt x="11925" y="13711"/>
                </a:lnTo>
                <a:lnTo>
                  <a:pt x="11936" y="13689"/>
                </a:lnTo>
                <a:lnTo>
                  <a:pt x="11956" y="13689"/>
                </a:lnTo>
                <a:lnTo>
                  <a:pt x="11959" y="13733"/>
                </a:lnTo>
                <a:lnTo>
                  <a:pt x="11990" y="13889"/>
                </a:lnTo>
                <a:lnTo>
                  <a:pt x="12018" y="14022"/>
                </a:lnTo>
                <a:lnTo>
                  <a:pt x="12057" y="14156"/>
                </a:lnTo>
                <a:lnTo>
                  <a:pt x="12099" y="14244"/>
                </a:lnTo>
                <a:lnTo>
                  <a:pt x="12147" y="14322"/>
                </a:lnTo>
                <a:lnTo>
                  <a:pt x="12206" y="14378"/>
                </a:lnTo>
                <a:lnTo>
                  <a:pt x="12268" y="14422"/>
                </a:lnTo>
                <a:lnTo>
                  <a:pt x="12502" y="14422"/>
                </a:lnTo>
                <a:lnTo>
                  <a:pt x="12504" y="14400"/>
                </a:lnTo>
                <a:lnTo>
                  <a:pt x="12510" y="14378"/>
                </a:lnTo>
                <a:lnTo>
                  <a:pt x="12510" y="13100"/>
                </a:lnTo>
                <a:lnTo>
                  <a:pt x="12502" y="13067"/>
                </a:lnTo>
                <a:lnTo>
                  <a:pt x="12490" y="13067"/>
                </a:lnTo>
                <a:close/>
                <a:moveTo>
                  <a:pt x="11877" y="11367"/>
                </a:moveTo>
                <a:lnTo>
                  <a:pt x="11877" y="11511"/>
                </a:lnTo>
                <a:lnTo>
                  <a:pt x="11872" y="11667"/>
                </a:lnTo>
                <a:lnTo>
                  <a:pt x="11863" y="11822"/>
                </a:lnTo>
                <a:lnTo>
                  <a:pt x="11849" y="11978"/>
                </a:lnTo>
                <a:lnTo>
                  <a:pt x="11829" y="12122"/>
                </a:lnTo>
                <a:lnTo>
                  <a:pt x="11804" y="12278"/>
                </a:lnTo>
                <a:lnTo>
                  <a:pt x="11776" y="12433"/>
                </a:lnTo>
                <a:lnTo>
                  <a:pt x="11748" y="12544"/>
                </a:lnTo>
                <a:lnTo>
                  <a:pt x="11708" y="12678"/>
                </a:lnTo>
                <a:lnTo>
                  <a:pt x="11666" y="12800"/>
                </a:lnTo>
                <a:lnTo>
                  <a:pt x="11621" y="12889"/>
                </a:lnTo>
                <a:lnTo>
                  <a:pt x="11568" y="12967"/>
                </a:lnTo>
                <a:lnTo>
                  <a:pt x="11512" y="13044"/>
                </a:lnTo>
                <a:lnTo>
                  <a:pt x="11447" y="13100"/>
                </a:lnTo>
                <a:lnTo>
                  <a:pt x="11374" y="13122"/>
                </a:lnTo>
                <a:lnTo>
                  <a:pt x="11303" y="13144"/>
                </a:lnTo>
                <a:lnTo>
                  <a:pt x="11256" y="13144"/>
                </a:lnTo>
                <a:lnTo>
                  <a:pt x="11211" y="13122"/>
                </a:lnTo>
                <a:lnTo>
                  <a:pt x="11171" y="13078"/>
                </a:lnTo>
                <a:lnTo>
                  <a:pt x="11104" y="13011"/>
                </a:lnTo>
                <a:lnTo>
                  <a:pt x="11081" y="12944"/>
                </a:lnTo>
                <a:lnTo>
                  <a:pt x="11050" y="12889"/>
                </a:lnTo>
                <a:lnTo>
                  <a:pt x="11031" y="12833"/>
                </a:lnTo>
                <a:lnTo>
                  <a:pt x="10997" y="12678"/>
                </a:lnTo>
                <a:lnTo>
                  <a:pt x="10974" y="12533"/>
                </a:lnTo>
                <a:lnTo>
                  <a:pt x="10963" y="12378"/>
                </a:lnTo>
                <a:lnTo>
                  <a:pt x="10960" y="12200"/>
                </a:lnTo>
                <a:lnTo>
                  <a:pt x="10960" y="12033"/>
                </a:lnTo>
                <a:lnTo>
                  <a:pt x="10974" y="11856"/>
                </a:lnTo>
                <a:lnTo>
                  <a:pt x="10983" y="11767"/>
                </a:lnTo>
                <a:lnTo>
                  <a:pt x="10997" y="11689"/>
                </a:lnTo>
                <a:lnTo>
                  <a:pt x="11014" y="11589"/>
                </a:lnTo>
                <a:lnTo>
                  <a:pt x="11036" y="11511"/>
                </a:lnTo>
                <a:lnTo>
                  <a:pt x="11062" y="11456"/>
                </a:lnTo>
                <a:lnTo>
                  <a:pt x="11090" y="11378"/>
                </a:lnTo>
                <a:lnTo>
                  <a:pt x="11123" y="11322"/>
                </a:lnTo>
                <a:lnTo>
                  <a:pt x="11168" y="11267"/>
                </a:lnTo>
                <a:lnTo>
                  <a:pt x="11211" y="11233"/>
                </a:lnTo>
                <a:lnTo>
                  <a:pt x="11264" y="11211"/>
                </a:lnTo>
                <a:lnTo>
                  <a:pt x="11323" y="11189"/>
                </a:lnTo>
                <a:lnTo>
                  <a:pt x="11391" y="11178"/>
                </a:lnTo>
                <a:lnTo>
                  <a:pt x="11863" y="11178"/>
                </a:lnTo>
                <a:lnTo>
                  <a:pt x="11869" y="11189"/>
                </a:lnTo>
                <a:lnTo>
                  <a:pt x="11872" y="11189"/>
                </a:lnTo>
                <a:lnTo>
                  <a:pt x="11877" y="11233"/>
                </a:lnTo>
                <a:lnTo>
                  <a:pt x="11877" y="11367"/>
                </a:lnTo>
                <a:close/>
                <a:moveTo>
                  <a:pt x="13694" y="6822"/>
                </a:moveTo>
                <a:lnTo>
                  <a:pt x="13618" y="6833"/>
                </a:lnTo>
                <a:lnTo>
                  <a:pt x="13545" y="6878"/>
                </a:lnTo>
                <a:lnTo>
                  <a:pt x="13477" y="6956"/>
                </a:lnTo>
                <a:lnTo>
                  <a:pt x="13416" y="7067"/>
                </a:lnTo>
                <a:lnTo>
                  <a:pt x="13351" y="7178"/>
                </a:lnTo>
                <a:lnTo>
                  <a:pt x="13303" y="7311"/>
                </a:lnTo>
                <a:lnTo>
                  <a:pt x="13261" y="7467"/>
                </a:lnTo>
                <a:lnTo>
                  <a:pt x="13224" y="7600"/>
                </a:lnTo>
                <a:lnTo>
                  <a:pt x="13216" y="7644"/>
                </a:lnTo>
                <a:lnTo>
                  <a:pt x="13207" y="7656"/>
                </a:lnTo>
                <a:lnTo>
                  <a:pt x="13191" y="7644"/>
                </a:lnTo>
                <a:lnTo>
                  <a:pt x="13188" y="7600"/>
                </a:lnTo>
                <a:lnTo>
                  <a:pt x="13148" y="7033"/>
                </a:lnTo>
                <a:lnTo>
                  <a:pt x="13140" y="6989"/>
                </a:lnTo>
                <a:lnTo>
                  <a:pt x="13134" y="6967"/>
                </a:lnTo>
                <a:lnTo>
                  <a:pt x="12797" y="6967"/>
                </a:lnTo>
                <a:lnTo>
                  <a:pt x="12786" y="7011"/>
                </a:lnTo>
                <a:lnTo>
                  <a:pt x="12786" y="14378"/>
                </a:lnTo>
                <a:lnTo>
                  <a:pt x="12797" y="14422"/>
                </a:lnTo>
                <a:lnTo>
                  <a:pt x="13174" y="14422"/>
                </a:lnTo>
                <a:lnTo>
                  <a:pt x="13182" y="14400"/>
                </a:lnTo>
                <a:lnTo>
                  <a:pt x="13182" y="14378"/>
                </a:lnTo>
                <a:lnTo>
                  <a:pt x="13188" y="14344"/>
                </a:lnTo>
                <a:lnTo>
                  <a:pt x="13188" y="10044"/>
                </a:lnTo>
                <a:lnTo>
                  <a:pt x="13191" y="9856"/>
                </a:lnTo>
                <a:lnTo>
                  <a:pt x="13202" y="9678"/>
                </a:lnTo>
                <a:lnTo>
                  <a:pt x="13210" y="9489"/>
                </a:lnTo>
                <a:lnTo>
                  <a:pt x="13230" y="9322"/>
                </a:lnTo>
                <a:lnTo>
                  <a:pt x="13269" y="9011"/>
                </a:lnTo>
                <a:lnTo>
                  <a:pt x="13297" y="8867"/>
                </a:lnTo>
                <a:lnTo>
                  <a:pt x="13328" y="8733"/>
                </a:lnTo>
                <a:lnTo>
                  <a:pt x="13362" y="8611"/>
                </a:lnTo>
                <a:lnTo>
                  <a:pt x="13399" y="8522"/>
                </a:lnTo>
                <a:lnTo>
                  <a:pt x="13438" y="8422"/>
                </a:lnTo>
                <a:lnTo>
                  <a:pt x="13483" y="8344"/>
                </a:lnTo>
                <a:lnTo>
                  <a:pt x="13531" y="8311"/>
                </a:lnTo>
                <a:lnTo>
                  <a:pt x="13584" y="8267"/>
                </a:lnTo>
                <a:lnTo>
                  <a:pt x="13638" y="8256"/>
                </a:lnTo>
                <a:lnTo>
                  <a:pt x="13694" y="8267"/>
                </a:lnTo>
                <a:lnTo>
                  <a:pt x="13753" y="8311"/>
                </a:lnTo>
                <a:lnTo>
                  <a:pt x="13801" y="8367"/>
                </a:lnTo>
                <a:lnTo>
                  <a:pt x="13849" y="8444"/>
                </a:lnTo>
                <a:lnTo>
                  <a:pt x="13888" y="8533"/>
                </a:lnTo>
                <a:lnTo>
                  <a:pt x="13928" y="8656"/>
                </a:lnTo>
                <a:lnTo>
                  <a:pt x="13961" y="8767"/>
                </a:lnTo>
                <a:lnTo>
                  <a:pt x="13989" y="8900"/>
                </a:lnTo>
                <a:lnTo>
                  <a:pt x="14015" y="9056"/>
                </a:lnTo>
                <a:lnTo>
                  <a:pt x="14037" y="9222"/>
                </a:lnTo>
                <a:lnTo>
                  <a:pt x="14051" y="9400"/>
                </a:lnTo>
                <a:lnTo>
                  <a:pt x="14065" y="9567"/>
                </a:lnTo>
                <a:lnTo>
                  <a:pt x="14077" y="9744"/>
                </a:lnTo>
                <a:lnTo>
                  <a:pt x="14085" y="9933"/>
                </a:lnTo>
                <a:lnTo>
                  <a:pt x="14091" y="10122"/>
                </a:lnTo>
                <a:lnTo>
                  <a:pt x="14091" y="14344"/>
                </a:lnTo>
                <a:lnTo>
                  <a:pt x="14096" y="14378"/>
                </a:lnTo>
                <a:lnTo>
                  <a:pt x="14096" y="14400"/>
                </a:lnTo>
                <a:lnTo>
                  <a:pt x="14105" y="14422"/>
                </a:lnTo>
                <a:lnTo>
                  <a:pt x="14482" y="14422"/>
                </a:lnTo>
                <a:lnTo>
                  <a:pt x="14493" y="14400"/>
                </a:lnTo>
                <a:lnTo>
                  <a:pt x="14493" y="14378"/>
                </a:lnTo>
                <a:lnTo>
                  <a:pt x="14496" y="14344"/>
                </a:lnTo>
                <a:lnTo>
                  <a:pt x="14496" y="10311"/>
                </a:lnTo>
                <a:lnTo>
                  <a:pt x="14493" y="9956"/>
                </a:lnTo>
                <a:lnTo>
                  <a:pt x="14482" y="9622"/>
                </a:lnTo>
                <a:lnTo>
                  <a:pt x="14467" y="9278"/>
                </a:lnTo>
                <a:lnTo>
                  <a:pt x="14448" y="8956"/>
                </a:lnTo>
                <a:lnTo>
                  <a:pt x="14425" y="8667"/>
                </a:lnTo>
                <a:lnTo>
                  <a:pt x="14392" y="8367"/>
                </a:lnTo>
                <a:lnTo>
                  <a:pt x="14352" y="8100"/>
                </a:lnTo>
                <a:lnTo>
                  <a:pt x="14304" y="7844"/>
                </a:lnTo>
                <a:lnTo>
                  <a:pt x="14254" y="7622"/>
                </a:lnTo>
                <a:lnTo>
                  <a:pt x="14192" y="7433"/>
                </a:lnTo>
                <a:lnTo>
                  <a:pt x="14130" y="7233"/>
                </a:lnTo>
                <a:lnTo>
                  <a:pt x="14057" y="7089"/>
                </a:lnTo>
                <a:lnTo>
                  <a:pt x="13975" y="6967"/>
                </a:lnTo>
                <a:lnTo>
                  <a:pt x="13888" y="6889"/>
                </a:lnTo>
                <a:lnTo>
                  <a:pt x="13795" y="6833"/>
                </a:lnTo>
                <a:lnTo>
                  <a:pt x="13694" y="6822"/>
                </a:lnTo>
                <a:close/>
                <a:moveTo>
                  <a:pt x="15792" y="6967"/>
                </a:moveTo>
                <a:lnTo>
                  <a:pt x="15396" y="6967"/>
                </a:lnTo>
                <a:lnTo>
                  <a:pt x="15390" y="6956"/>
                </a:lnTo>
                <a:lnTo>
                  <a:pt x="15384" y="6933"/>
                </a:lnTo>
                <a:lnTo>
                  <a:pt x="15382" y="6911"/>
                </a:lnTo>
                <a:lnTo>
                  <a:pt x="15382" y="4889"/>
                </a:lnTo>
                <a:lnTo>
                  <a:pt x="15376" y="4867"/>
                </a:lnTo>
                <a:lnTo>
                  <a:pt x="15376" y="4856"/>
                </a:lnTo>
                <a:lnTo>
                  <a:pt x="15368" y="4833"/>
                </a:lnTo>
                <a:lnTo>
                  <a:pt x="14985" y="4833"/>
                </a:lnTo>
                <a:lnTo>
                  <a:pt x="14979" y="4856"/>
                </a:lnTo>
                <a:lnTo>
                  <a:pt x="14974" y="4867"/>
                </a:lnTo>
                <a:lnTo>
                  <a:pt x="14974" y="6911"/>
                </a:lnTo>
                <a:lnTo>
                  <a:pt x="14971" y="6933"/>
                </a:lnTo>
                <a:lnTo>
                  <a:pt x="14965" y="6956"/>
                </a:lnTo>
                <a:lnTo>
                  <a:pt x="14957" y="6967"/>
                </a:lnTo>
                <a:lnTo>
                  <a:pt x="14631" y="6967"/>
                </a:lnTo>
                <a:lnTo>
                  <a:pt x="14628" y="6989"/>
                </a:lnTo>
                <a:lnTo>
                  <a:pt x="14622" y="7011"/>
                </a:lnTo>
                <a:lnTo>
                  <a:pt x="14622" y="8256"/>
                </a:lnTo>
                <a:lnTo>
                  <a:pt x="14628" y="8267"/>
                </a:lnTo>
                <a:lnTo>
                  <a:pt x="14631" y="8289"/>
                </a:lnTo>
                <a:lnTo>
                  <a:pt x="14965" y="8289"/>
                </a:lnTo>
                <a:lnTo>
                  <a:pt x="14974" y="8322"/>
                </a:lnTo>
                <a:lnTo>
                  <a:pt x="14974" y="12333"/>
                </a:lnTo>
                <a:lnTo>
                  <a:pt x="14979" y="12600"/>
                </a:lnTo>
                <a:lnTo>
                  <a:pt x="14985" y="12856"/>
                </a:lnTo>
                <a:lnTo>
                  <a:pt x="14991" y="13078"/>
                </a:lnTo>
                <a:lnTo>
                  <a:pt x="15005" y="13289"/>
                </a:lnTo>
                <a:lnTo>
                  <a:pt x="15024" y="13478"/>
                </a:lnTo>
                <a:lnTo>
                  <a:pt x="15044" y="13656"/>
                </a:lnTo>
                <a:lnTo>
                  <a:pt x="15067" y="13811"/>
                </a:lnTo>
                <a:lnTo>
                  <a:pt x="15095" y="13944"/>
                </a:lnTo>
                <a:lnTo>
                  <a:pt x="15128" y="14056"/>
                </a:lnTo>
                <a:lnTo>
                  <a:pt x="15168" y="14156"/>
                </a:lnTo>
                <a:lnTo>
                  <a:pt x="15213" y="14233"/>
                </a:lnTo>
                <a:lnTo>
                  <a:pt x="15308" y="14367"/>
                </a:lnTo>
                <a:lnTo>
                  <a:pt x="15368" y="14400"/>
                </a:lnTo>
                <a:lnTo>
                  <a:pt x="15429" y="14422"/>
                </a:lnTo>
                <a:lnTo>
                  <a:pt x="15798" y="14422"/>
                </a:lnTo>
                <a:lnTo>
                  <a:pt x="15801" y="14400"/>
                </a:lnTo>
                <a:lnTo>
                  <a:pt x="15806" y="14378"/>
                </a:lnTo>
                <a:lnTo>
                  <a:pt x="15806" y="13044"/>
                </a:lnTo>
                <a:lnTo>
                  <a:pt x="15801" y="13011"/>
                </a:lnTo>
                <a:lnTo>
                  <a:pt x="15798" y="13011"/>
                </a:lnTo>
                <a:lnTo>
                  <a:pt x="15792" y="12989"/>
                </a:lnTo>
                <a:lnTo>
                  <a:pt x="15505" y="12989"/>
                </a:lnTo>
                <a:lnTo>
                  <a:pt x="15472" y="12944"/>
                </a:lnTo>
                <a:lnTo>
                  <a:pt x="15443" y="12889"/>
                </a:lnTo>
                <a:lnTo>
                  <a:pt x="15421" y="12833"/>
                </a:lnTo>
                <a:lnTo>
                  <a:pt x="15401" y="12733"/>
                </a:lnTo>
                <a:lnTo>
                  <a:pt x="15390" y="12644"/>
                </a:lnTo>
                <a:lnTo>
                  <a:pt x="15382" y="12533"/>
                </a:lnTo>
                <a:lnTo>
                  <a:pt x="15382" y="8322"/>
                </a:lnTo>
                <a:lnTo>
                  <a:pt x="15390" y="8289"/>
                </a:lnTo>
                <a:lnTo>
                  <a:pt x="15798" y="8289"/>
                </a:lnTo>
                <a:lnTo>
                  <a:pt x="15801" y="8267"/>
                </a:lnTo>
                <a:lnTo>
                  <a:pt x="15806" y="8256"/>
                </a:lnTo>
                <a:lnTo>
                  <a:pt x="15806" y="7011"/>
                </a:lnTo>
                <a:lnTo>
                  <a:pt x="15801" y="6989"/>
                </a:lnTo>
                <a:lnTo>
                  <a:pt x="15798" y="6967"/>
                </a:lnTo>
                <a:lnTo>
                  <a:pt x="15792" y="6967"/>
                </a:lnTo>
                <a:close/>
                <a:moveTo>
                  <a:pt x="18512" y="6967"/>
                </a:moveTo>
                <a:lnTo>
                  <a:pt x="18146" y="6967"/>
                </a:lnTo>
                <a:lnTo>
                  <a:pt x="18135" y="6989"/>
                </a:lnTo>
                <a:lnTo>
                  <a:pt x="18135" y="7011"/>
                </a:lnTo>
                <a:lnTo>
                  <a:pt x="18129" y="7033"/>
                </a:lnTo>
                <a:lnTo>
                  <a:pt x="18129" y="11344"/>
                </a:lnTo>
                <a:lnTo>
                  <a:pt x="18127" y="11533"/>
                </a:lnTo>
                <a:lnTo>
                  <a:pt x="18115" y="11711"/>
                </a:lnTo>
                <a:lnTo>
                  <a:pt x="18107" y="11878"/>
                </a:lnTo>
                <a:lnTo>
                  <a:pt x="18087" y="12056"/>
                </a:lnTo>
                <a:lnTo>
                  <a:pt x="18068" y="12222"/>
                </a:lnTo>
                <a:lnTo>
                  <a:pt x="18048" y="12378"/>
                </a:lnTo>
                <a:lnTo>
                  <a:pt x="17992" y="12644"/>
                </a:lnTo>
                <a:lnTo>
                  <a:pt x="17958" y="12778"/>
                </a:lnTo>
                <a:lnTo>
                  <a:pt x="17918" y="12867"/>
                </a:lnTo>
                <a:lnTo>
                  <a:pt x="17879" y="12967"/>
                </a:lnTo>
                <a:lnTo>
                  <a:pt x="17837" y="13022"/>
                </a:lnTo>
                <a:lnTo>
                  <a:pt x="17786" y="13078"/>
                </a:lnTo>
                <a:lnTo>
                  <a:pt x="17736" y="13122"/>
                </a:lnTo>
                <a:lnTo>
                  <a:pt x="17623" y="13122"/>
                </a:lnTo>
                <a:lnTo>
                  <a:pt x="17564" y="13078"/>
                </a:lnTo>
                <a:lnTo>
                  <a:pt x="17516" y="13022"/>
                </a:lnTo>
                <a:lnTo>
                  <a:pt x="17468" y="12944"/>
                </a:lnTo>
                <a:lnTo>
                  <a:pt x="17429" y="12856"/>
                </a:lnTo>
                <a:lnTo>
                  <a:pt x="17393" y="12733"/>
                </a:lnTo>
                <a:lnTo>
                  <a:pt x="17356" y="12622"/>
                </a:lnTo>
                <a:lnTo>
                  <a:pt x="17328" y="12467"/>
                </a:lnTo>
                <a:lnTo>
                  <a:pt x="17305" y="12322"/>
                </a:lnTo>
                <a:lnTo>
                  <a:pt x="17280" y="12167"/>
                </a:lnTo>
                <a:lnTo>
                  <a:pt x="17266" y="11989"/>
                </a:lnTo>
                <a:lnTo>
                  <a:pt x="17252" y="11822"/>
                </a:lnTo>
                <a:lnTo>
                  <a:pt x="17241" y="11633"/>
                </a:lnTo>
                <a:lnTo>
                  <a:pt x="17232" y="11456"/>
                </a:lnTo>
                <a:lnTo>
                  <a:pt x="17227" y="11267"/>
                </a:lnTo>
                <a:lnTo>
                  <a:pt x="17227" y="7033"/>
                </a:lnTo>
                <a:lnTo>
                  <a:pt x="17221" y="7011"/>
                </a:lnTo>
                <a:lnTo>
                  <a:pt x="17221" y="6989"/>
                </a:lnTo>
                <a:lnTo>
                  <a:pt x="17213" y="6967"/>
                </a:lnTo>
                <a:lnTo>
                  <a:pt x="16836" y="6967"/>
                </a:lnTo>
                <a:lnTo>
                  <a:pt x="16824" y="6989"/>
                </a:lnTo>
                <a:lnTo>
                  <a:pt x="16824" y="7011"/>
                </a:lnTo>
                <a:lnTo>
                  <a:pt x="16822" y="7033"/>
                </a:lnTo>
                <a:lnTo>
                  <a:pt x="16822" y="11078"/>
                </a:lnTo>
                <a:lnTo>
                  <a:pt x="16824" y="11422"/>
                </a:lnTo>
                <a:lnTo>
                  <a:pt x="16836" y="11767"/>
                </a:lnTo>
                <a:lnTo>
                  <a:pt x="16850" y="12089"/>
                </a:lnTo>
                <a:lnTo>
                  <a:pt x="16869" y="12411"/>
                </a:lnTo>
                <a:lnTo>
                  <a:pt x="16895" y="12722"/>
                </a:lnTo>
                <a:lnTo>
                  <a:pt x="16928" y="13011"/>
                </a:lnTo>
                <a:lnTo>
                  <a:pt x="16965" y="13278"/>
                </a:lnTo>
                <a:lnTo>
                  <a:pt x="17016" y="13522"/>
                </a:lnTo>
                <a:lnTo>
                  <a:pt x="17063" y="13756"/>
                </a:lnTo>
                <a:lnTo>
                  <a:pt x="17125" y="13956"/>
                </a:lnTo>
                <a:lnTo>
                  <a:pt x="17187" y="14133"/>
                </a:lnTo>
                <a:lnTo>
                  <a:pt x="17260" y="14289"/>
                </a:lnTo>
                <a:lnTo>
                  <a:pt x="17342" y="14400"/>
                </a:lnTo>
                <a:lnTo>
                  <a:pt x="17429" y="14500"/>
                </a:lnTo>
                <a:lnTo>
                  <a:pt x="17522" y="14556"/>
                </a:lnTo>
                <a:lnTo>
                  <a:pt x="17623" y="14567"/>
                </a:lnTo>
                <a:lnTo>
                  <a:pt x="17699" y="14556"/>
                </a:lnTo>
                <a:lnTo>
                  <a:pt x="17772" y="14500"/>
                </a:lnTo>
                <a:lnTo>
                  <a:pt x="17840" y="14422"/>
                </a:lnTo>
                <a:lnTo>
                  <a:pt x="17904" y="14322"/>
                </a:lnTo>
                <a:lnTo>
                  <a:pt x="17966" y="14211"/>
                </a:lnTo>
                <a:lnTo>
                  <a:pt x="18014" y="14056"/>
                </a:lnTo>
                <a:lnTo>
                  <a:pt x="18059" y="13922"/>
                </a:lnTo>
                <a:lnTo>
                  <a:pt x="18093" y="13767"/>
                </a:lnTo>
                <a:lnTo>
                  <a:pt x="18101" y="13756"/>
                </a:lnTo>
                <a:lnTo>
                  <a:pt x="18112" y="13733"/>
                </a:lnTo>
                <a:lnTo>
                  <a:pt x="18127" y="13756"/>
                </a:lnTo>
                <a:lnTo>
                  <a:pt x="18129" y="13789"/>
                </a:lnTo>
                <a:lnTo>
                  <a:pt x="18169" y="14344"/>
                </a:lnTo>
                <a:lnTo>
                  <a:pt x="18180" y="14400"/>
                </a:lnTo>
                <a:lnTo>
                  <a:pt x="18183" y="14422"/>
                </a:lnTo>
                <a:lnTo>
                  <a:pt x="18523" y="14422"/>
                </a:lnTo>
                <a:lnTo>
                  <a:pt x="18526" y="14400"/>
                </a:lnTo>
                <a:lnTo>
                  <a:pt x="18532" y="14378"/>
                </a:lnTo>
                <a:lnTo>
                  <a:pt x="18532" y="7011"/>
                </a:lnTo>
                <a:lnTo>
                  <a:pt x="18526" y="6989"/>
                </a:lnTo>
                <a:lnTo>
                  <a:pt x="18523" y="6967"/>
                </a:lnTo>
                <a:lnTo>
                  <a:pt x="18512" y="6967"/>
                </a:lnTo>
                <a:close/>
                <a:moveTo>
                  <a:pt x="20860" y="6822"/>
                </a:moveTo>
                <a:lnTo>
                  <a:pt x="20784" y="6833"/>
                </a:lnTo>
                <a:lnTo>
                  <a:pt x="20706" y="6878"/>
                </a:lnTo>
                <a:lnTo>
                  <a:pt x="20632" y="6956"/>
                </a:lnTo>
                <a:lnTo>
                  <a:pt x="20498" y="7178"/>
                </a:lnTo>
                <a:lnTo>
                  <a:pt x="20436" y="7333"/>
                </a:lnTo>
                <a:lnTo>
                  <a:pt x="20382" y="7511"/>
                </a:lnTo>
                <a:lnTo>
                  <a:pt x="20329" y="7700"/>
                </a:lnTo>
                <a:lnTo>
                  <a:pt x="20320" y="7733"/>
                </a:lnTo>
                <a:lnTo>
                  <a:pt x="20309" y="7733"/>
                </a:lnTo>
                <a:lnTo>
                  <a:pt x="20301" y="7711"/>
                </a:lnTo>
                <a:lnTo>
                  <a:pt x="20289" y="7700"/>
                </a:lnTo>
                <a:lnTo>
                  <a:pt x="20242" y="7489"/>
                </a:lnTo>
                <a:lnTo>
                  <a:pt x="20188" y="7311"/>
                </a:lnTo>
                <a:lnTo>
                  <a:pt x="20135" y="7167"/>
                </a:lnTo>
                <a:lnTo>
                  <a:pt x="20078" y="7033"/>
                </a:lnTo>
                <a:lnTo>
                  <a:pt x="20011" y="6933"/>
                </a:lnTo>
                <a:lnTo>
                  <a:pt x="19943" y="6878"/>
                </a:lnTo>
                <a:lnTo>
                  <a:pt x="19865" y="6833"/>
                </a:lnTo>
                <a:lnTo>
                  <a:pt x="19783" y="6822"/>
                </a:lnTo>
                <a:lnTo>
                  <a:pt x="19716" y="6833"/>
                </a:lnTo>
                <a:lnTo>
                  <a:pt x="19648" y="6878"/>
                </a:lnTo>
                <a:lnTo>
                  <a:pt x="19581" y="6967"/>
                </a:lnTo>
                <a:lnTo>
                  <a:pt x="19522" y="7067"/>
                </a:lnTo>
                <a:lnTo>
                  <a:pt x="19465" y="7178"/>
                </a:lnTo>
                <a:lnTo>
                  <a:pt x="19412" y="7311"/>
                </a:lnTo>
                <a:lnTo>
                  <a:pt x="19367" y="7467"/>
                </a:lnTo>
                <a:lnTo>
                  <a:pt x="19333" y="7600"/>
                </a:lnTo>
                <a:lnTo>
                  <a:pt x="19325" y="7644"/>
                </a:lnTo>
                <a:lnTo>
                  <a:pt x="19311" y="7656"/>
                </a:lnTo>
                <a:lnTo>
                  <a:pt x="19299" y="7644"/>
                </a:lnTo>
                <a:lnTo>
                  <a:pt x="19291" y="7600"/>
                </a:lnTo>
                <a:lnTo>
                  <a:pt x="19257" y="7044"/>
                </a:lnTo>
                <a:lnTo>
                  <a:pt x="19252" y="7011"/>
                </a:lnTo>
                <a:lnTo>
                  <a:pt x="19246" y="6989"/>
                </a:lnTo>
                <a:lnTo>
                  <a:pt x="19238" y="6967"/>
                </a:lnTo>
                <a:lnTo>
                  <a:pt x="18903" y="6967"/>
                </a:lnTo>
                <a:lnTo>
                  <a:pt x="18900" y="6989"/>
                </a:lnTo>
                <a:lnTo>
                  <a:pt x="18894" y="7011"/>
                </a:lnTo>
                <a:lnTo>
                  <a:pt x="18894" y="14378"/>
                </a:lnTo>
                <a:lnTo>
                  <a:pt x="18900" y="14400"/>
                </a:lnTo>
                <a:lnTo>
                  <a:pt x="18903" y="14422"/>
                </a:lnTo>
                <a:lnTo>
                  <a:pt x="19280" y="14422"/>
                </a:lnTo>
                <a:lnTo>
                  <a:pt x="19291" y="14378"/>
                </a:lnTo>
                <a:lnTo>
                  <a:pt x="19291" y="10278"/>
                </a:lnTo>
                <a:lnTo>
                  <a:pt x="19294" y="9878"/>
                </a:lnTo>
                <a:lnTo>
                  <a:pt x="19305" y="9678"/>
                </a:lnTo>
                <a:lnTo>
                  <a:pt x="19311" y="9511"/>
                </a:lnTo>
                <a:lnTo>
                  <a:pt x="19325" y="9322"/>
                </a:lnTo>
                <a:lnTo>
                  <a:pt x="19339" y="9167"/>
                </a:lnTo>
                <a:lnTo>
                  <a:pt x="19353" y="9000"/>
                </a:lnTo>
                <a:lnTo>
                  <a:pt x="19372" y="8867"/>
                </a:lnTo>
                <a:lnTo>
                  <a:pt x="19398" y="8733"/>
                </a:lnTo>
                <a:lnTo>
                  <a:pt x="19426" y="8611"/>
                </a:lnTo>
                <a:lnTo>
                  <a:pt x="19454" y="8500"/>
                </a:lnTo>
                <a:lnTo>
                  <a:pt x="19488" y="8422"/>
                </a:lnTo>
                <a:lnTo>
                  <a:pt x="19527" y="8344"/>
                </a:lnTo>
                <a:lnTo>
                  <a:pt x="19569" y="8311"/>
                </a:lnTo>
                <a:lnTo>
                  <a:pt x="19620" y="8267"/>
                </a:lnTo>
                <a:lnTo>
                  <a:pt x="19668" y="8256"/>
                </a:lnTo>
                <a:lnTo>
                  <a:pt x="19724" y="8267"/>
                </a:lnTo>
                <a:lnTo>
                  <a:pt x="19775" y="8311"/>
                </a:lnTo>
                <a:lnTo>
                  <a:pt x="19817" y="8367"/>
                </a:lnTo>
                <a:lnTo>
                  <a:pt x="19856" y="8422"/>
                </a:lnTo>
                <a:lnTo>
                  <a:pt x="19896" y="8522"/>
                </a:lnTo>
                <a:lnTo>
                  <a:pt x="19924" y="8633"/>
                </a:lnTo>
                <a:lnTo>
                  <a:pt x="19946" y="8744"/>
                </a:lnTo>
                <a:lnTo>
                  <a:pt x="19972" y="8878"/>
                </a:lnTo>
                <a:lnTo>
                  <a:pt x="19991" y="9033"/>
                </a:lnTo>
                <a:lnTo>
                  <a:pt x="20005" y="9189"/>
                </a:lnTo>
                <a:lnTo>
                  <a:pt x="20019" y="9356"/>
                </a:lnTo>
                <a:lnTo>
                  <a:pt x="20031" y="9533"/>
                </a:lnTo>
                <a:lnTo>
                  <a:pt x="20045" y="9889"/>
                </a:lnTo>
                <a:lnTo>
                  <a:pt x="20045" y="14344"/>
                </a:lnTo>
                <a:lnTo>
                  <a:pt x="20047" y="14378"/>
                </a:lnTo>
                <a:lnTo>
                  <a:pt x="20047" y="14400"/>
                </a:lnTo>
                <a:lnTo>
                  <a:pt x="20053" y="14422"/>
                </a:lnTo>
                <a:lnTo>
                  <a:pt x="20430" y="14422"/>
                </a:lnTo>
                <a:lnTo>
                  <a:pt x="20441" y="14400"/>
                </a:lnTo>
                <a:lnTo>
                  <a:pt x="20444" y="14378"/>
                </a:lnTo>
                <a:lnTo>
                  <a:pt x="20450" y="14344"/>
                </a:lnTo>
                <a:lnTo>
                  <a:pt x="20450" y="10278"/>
                </a:lnTo>
                <a:lnTo>
                  <a:pt x="20455" y="9878"/>
                </a:lnTo>
                <a:lnTo>
                  <a:pt x="20464" y="9511"/>
                </a:lnTo>
                <a:lnTo>
                  <a:pt x="20475" y="9322"/>
                </a:lnTo>
                <a:lnTo>
                  <a:pt x="20489" y="9167"/>
                </a:lnTo>
                <a:lnTo>
                  <a:pt x="20503" y="9000"/>
                </a:lnTo>
                <a:lnTo>
                  <a:pt x="20523" y="8867"/>
                </a:lnTo>
                <a:lnTo>
                  <a:pt x="20545" y="8733"/>
                </a:lnTo>
                <a:lnTo>
                  <a:pt x="20571" y="8611"/>
                </a:lnTo>
                <a:lnTo>
                  <a:pt x="20599" y="8500"/>
                </a:lnTo>
                <a:lnTo>
                  <a:pt x="20678" y="8344"/>
                </a:lnTo>
                <a:lnTo>
                  <a:pt x="20720" y="8311"/>
                </a:lnTo>
                <a:lnTo>
                  <a:pt x="20768" y="8267"/>
                </a:lnTo>
                <a:lnTo>
                  <a:pt x="20821" y="8256"/>
                </a:lnTo>
                <a:lnTo>
                  <a:pt x="20880" y="8267"/>
                </a:lnTo>
                <a:lnTo>
                  <a:pt x="20928" y="8311"/>
                </a:lnTo>
                <a:lnTo>
                  <a:pt x="20973" y="8367"/>
                </a:lnTo>
                <a:lnTo>
                  <a:pt x="21015" y="8444"/>
                </a:lnTo>
                <a:lnTo>
                  <a:pt x="21049" y="8522"/>
                </a:lnTo>
                <a:lnTo>
                  <a:pt x="21077" y="8633"/>
                </a:lnTo>
                <a:lnTo>
                  <a:pt x="21108" y="8767"/>
                </a:lnTo>
                <a:lnTo>
                  <a:pt x="21130" y="8900"/>
                </a:lnTo>
                <a:lnTo>
                  <a:pt x="21150" y="9033"/>
                </a:lnTo>
                <a:lnTo>
                  <a:pt x="21164" y="9200"/>
                </a:lnTo>
                <a:lnTo>
                  <a:pt x="21181" y="9356"/>
                </a:lnTo>
                <a:lnTo>
                  <a:pt x="21189" y="9544"/>
                </a:lnTo>
                <a:lnTo>
                  <a:pt x="21198" y="9911"/>
                </a:lnTo>
                <a:lnTo>
                  <a:pt x="21203" y="10278"/>
                </a:lnTo>
                <a:lnTo>
                  <a:pt x="21203" y="14378"/>
                </a:lnTo>
                <a:lnTo>
                  <a:pt x="21215" y="14422"/>
                </a:lnTo>
                <a:lnTo>
                  <a:pt x="21592" y="14422"/>
                </a:lnTo>
                <a:lnTo>
                  <a:pt x="21594" y="14400"/>
                </a:lnTo>
                <a:lnTo>
                  <a:pt x="21600" y="14378"/>
                </a:lnTo>
                <a:lnTo>
                  <a:pt x="21600" y="9811"/>
                </a:lnTo>
                <a:lnTo>
                  <a:pt x="21592" y="9433"/>
                </a:lnTo>
                <a:lnTo>
                  <a:pt x="21575" y="9089"/>
                </a:lnTo>
                <a:lnTo>
                  <a:pt x="21552" y="8744"/>
                </a:lnTo>
                <a:lnTo>
                  <a:pt x="21527" y="8444"/>
                </a:lnTo>
                <a:lnTo>
                  <a:pt x="21493" y="8156"/>
                </a:lnTo>
                <a:lnTo>
                  <a:pt x="21454" y="7911"/>
                </a:lnTo>
                <a:lnTo>
                  <a:pt x="21412" y="7678"/>
                </a:lnTo>
                <a:lnTo>
                  <a:pt x="21358" y="7467"/>
                </a:lnTo>
                <a:lnTo>
                  <a:pt x="21305" y="7300"/>
                </a:lnTo>
                <a:lnTo>
                  <a:pt x="21243" y="7167"/>
                </a:lnTo>
                <a:lnTo>
                  <a:pt x="21175" y="7033"/>
                </a:lnTo>
                <a:lnTo>
                  <a:pt x="21108" y="6933"/>
                </a:lnTo>
                <a:lnTo>
                  <a:pt x="21029" y="6878"/>
                </a:lnTo>
                <a:lnTo>
                  <a:pt x="20948" y="6822"/>
                </a:lnTo>
                <a:lnTo>
                  <a:pt x="20860" y="6822"/>
                </a:lnTo>
                <a:close/>
                <a:moveTo>
                  <a:pt x="16501" y="6967"/>
                </a:moveTo>
                <a:lnTo>
                  <a:pt x="16130" y="6967"/>
                </a:lnTo>
                <a:lnTo>
                  <a:pt x="16124" y="6989"/>
                </a:lnTo>
                <a:lnTo>
                  <a:pt x="16121" y="7011"/>
                </a:lnTo>
                <a:lnTo>
                  <a:pt x="16121" y="14378"/>
                </a:lnTo>
                <a:lnTo>
                  <a:pt x="16124" y="14400"/>
                </a:lnTo>
                <a:lnTo>
                  <a:pt x="16130" y="14422"/>
                </a:lnTo>
                <a:lnTo>
                  <a:pt x="16512" y="14422"/>
                </a:lnTo>
                <a:lnTo>
                  <a:pt x="16518" y="14400"/>
                </a:lnTo>
                <a:lnTo>
                  <a:pt x="16521" y="14378"/>
                </a:lnTo>
                <a:lnTo>
                  <a:pt x="16521" y="7011"/>
                </a:lnTo>
                <a:lnTo>
                  <a:pt x="16518" y="6989"/>
                </a:lnTo>
                <a:lnTo>
                  <a:pt x="16512" y="6967"/>
                </a:lnTo>
                <a:lnTo>
                  <a:pt x="16501" y="6967"/>
                </a:lnTo>
                <a:close/>
                <a:moveTo>
                  <a:pt x="16324" y="4089"/>
                </a:moveTo>
                <a:lnTo>
                  <a:pt x="16270" y="4111"/>
                </a:lnTo>
                <a:lnTo>
                  <a:pt x="16225" y="4167"/>
                </a:lnTo>
                <a:lnTo>
                  <a:pt x="16183" y="4244"/>
                </a:lnTo>
                <a:lnTo>
                  <a:pt x="16149" y="4356"/>
                </a:lnTo>
                <a:lnTo>
                  <a:pt x="16121" y="4511"/>
                </a:lnTo>
                <a:lnTo>
                  <a:pt x="16096" y="4656"/>
                </a:lnTo>
                <a:lnTo>
                  <a:pt x="16082" y="4856"/>
                </a:lnTo>
                <a:lnTo>
                  <a:pt x="16076" y="5044"/>
                </a:lnTo>
                <a:lnTo>
                  <a:pt x="16082" y="5233"/>
                </a:lnTo>
                <a:lnTo>
                  <a:pt x="16096" y="5400"/>
                </a:lnTo>
                <a:lnTo>
                  <a:pt x="16121" y="5578"/>
                </a:lnTo>
                <a:lnTo>
                  <a:pt x="16149" y="5711"/>
                </a:lnTo>
                <a:lnTo>
                  <a:pt x="16183" y="5822"/>
                </a:lnTo>
                <a:lnTo>
                  <a:pt x="16225" y="5922"/>
                </a:lnTo>
                <a:lnTo>
                  <a:pt x="16270" y="5978"/>
                </a:lnTo>
                <a:lnTo>
                  <a:pt x="16324" y="6000"/>
                </a:lnTo>
                <a:lnTo>
                  <a:pt x="16372" y="5978"/>
                </a:lnTo>
                <a:lnTo>
                  <a:pt x="16414" y="5922"/>
                </a:lnTo>
                <a:lnTo>
                  <a:pt x="16459" y="5822"/>
                </a:lnTo>
                <a:lnTo>
                  <a:pt x="16492" y="5711"/>
                </a:lnTo>
                <a:lnTo>
                  <a:pt x="16521" y="5578"/>
                </a:lnTo>
                <a:lnTo>
                  <a:pt x="16546" y="5400"/>
                </a:lnTo>
                <a:lnTo>
                  <a:pt x="16560" y="5233"/>
                </a:lnTo>
                <a:lnTo>
                  <a:pt x="16566" y="5044"/>
                </a:lnTo>
                <a:lnTo>
                  <a:pt x="16560" y="4856"/>
                </a:lnTo>
                <a:lnTo>
                  <a:pt x="16546" y="4656"/>
                </a:lnTo>
                <a:lnTo>
                  <a:pt x="16521" y="4511"/>
                </a:lnTo>
                <a:lnTo>
                  <a:pt x="16492" y="4356"/>
                </a:lnTo>
                <a:lnTo>
                  <a:pt x="16459" y="4244"/>
                </a:lnTo>
                <a:lnTo>
                  <a:pt x="16414" y="4167"/>
                </a:lnTo>
                <a:lnTo>
                  <a:pt x="16372" y="4111"/>
                </a:lnTo>
                <a:lnTo>
                  <a:pt x="16324" y="4089"/>
                </a:lnTo>
                <a:close/>
                <a:moveTo>
                  <a:pt x="2720" y="0"/>
                </a:moveTo>
                <a:lnTo>
                  <a:pt x="2579" y="0"/>
                </a:lnTo>
                <a:lnTo>
                  <a:pt x="2441" y="56"/>
                </a:lnTo>
                <a:lnTo>
                  <a:pt x="2306" y="111"/>
                </a:lnTo>
                <a:lnTo>
                  <a:pt x="2168" y="211"/>
                </a:lnTo>
                <a:lnTo>
                  <a:pt x="2039" y="322"/>
                </a:lnTo>
                <a:lnTo>
                  <a:pt x="1910" y="478"/>
                </a:lnTo>
                <a:lnTo>
                  <a:pt x="1783" y="644"/>
                </a:lnTo>
                <a:lnTo>
                  <a:pt x="1662" y="844"/>
                </a:lnTo>
                <a:lnTo>
                  <a:pt x="1541" y="1056"/>
                </a:lnTo>
                <a:lnTo>
                  <a:pt x="1420" y="1300"/>
                </a:lnTo>
                <a:lnTo>
                  <a:pt x="1311" y="1544"/>
                </a:lnTo>
                <a:lnTo>
                  <a:pt x="1198" y="1833"/>
                </a:lnTo>
                <a:lnTo>
                  <a:pt x="1091" y="2144"/>
                </a:lnTo>
                <a:lnTo>
                  <a:pt x="990" y="2444"/>
                </a:lnTo>
                <a:lnTo>
                  <a:pt x="889" y="2789"/>
                </a:lnTo>
                <a:lnTo>
                  <a:pt x="796" y="3156"/>
                </a:lnTo>
                <a:lnTo>
                  <a:pt x="706" y="3511"/>
                </a:lnTo>
                <a:lnTo>
                  <a:pt x="619" y="3911"/>
                </a:lnTo>
                <a:lnTo>
                  <a:pt x="540" y="4311"/>
                </a:lnTo>
                <a:lnTo>
                  <a:pt x="464" y="4733"/>
                </a:lnTo>
                <a:lnTo>
                  <a:pt x="391" y="5178"/>
                </a:lnTo>
                <a:lnTo>
                  <a:pt x="329" y="5611"/>
                </a:lnTo>
                <a:lnTo>
                  <a:pt x="264" y="6089"/>
                </a:lnTo>
                <a:lnTo>
                  <a:pt x="214" y="6567"/>
                </a:lnTo>
                <a:lnTo>
                  <a:pt x="163" y="7044"/>
                </a:lnTo>
                <a:lnTo>
                  <a:pt x="121" y="7544"/>
                </a:lnTo>
                <a:lnTo>
                  <a:pt x="82" y="8056"/>
                </a:lnTo>
                <a:lnTo>
                  <a:pt x="53" y="8578"/>
                </a:lnTo>
                <a:lnTo>
                  <a:pt x="28" y="9111"/>
                </a:lnTo>
                <a:lnTo>
                  <a:pt x="14" y="9644"/>
                </a:lnTo>
                <a:lnTo>
                  <a:pt x="0" y="10200"/>
                </a:lnTo>
                <a:lnTo>
                  <a:pt x="0" y="11311"/>
                </a:lnTo>
                <a:lnTo>
                  <a:pt x="14" y="11856"/>
                </a:lnTo>
                <a:lnTo>
                  <a:pt x="28" y="12400"/>
                </a:lnTo>
                <a:lnTo>
                  <a:pt x="53" y="12911"/>
                </a:lnTo>
                <a:lnTo>
                  <a:pt x="82" y="13444"/>
                </a:lnTo>
                <a:lnTo>
                  <a:pt x="121" y="13944"/>
                </a:lnTo>
                <a:lnTo>
                  <a:pt x="163" y="14456"/>
                </a:lnTo>
                <a:lnTo>
                  <a:pt x="214" y="14933"/>
                </a:lnTo>
                <a:lnTo>
                  <a:pt x="264" y="15411"/>
                </a:lnTo>
                <a:lnTo>
                  <a:pt x="329" y="15867"/>
                </a:lnTo>
                <a:lnTo>
                  <a:pt x="391" y="16333"/>
                </a:lnTo>
                <a:lnTo>
                  <a:pt x="464" y="16767"/>
                </a:lnTo>
                <a:lnTo>
                  <a:pt x="540" y="17189"/>
                </a:lnTo>
                <a:lnTo>
                  <a:pt x="619" y="17589"/>
                </a:lnTo>
                <a:lnTo>
                  <a:pt x="706" y="17989"/>
                </a:lnTo>
                <a:lnTo>
                  <a:pt x="796" y="18356"/>
                </a:lnTo>
                <a:lnTo>
                  <a:pt x="889" y="18711"/>
                </a:lnTo>
                <a:lnTo>
                  <a:pt x="990" y="19056"/>
                </a:lnTo>
                <a:lnTo>
                  <a:pt x="1091" y="19367"/>
                </a:lnTo>
                <a:lnTo>
                  <a:pt x="1198" y="19667"/>
                </a:lnTo>
                <a:lnTo>
                  <a:pt x="1311" y="19956"/>
                </a:lnTo>
                <a:lnTo>
                  <a:pt x="1420" y="20211"/>
                </a:lnTo>
                <a:lnTo>
                  <a:pt x="1541" y="20456"/>
                </a:lnTo>
                <a:lnTo>
                  <a:pt x="1662" y="20667"/>
                </a:lnTo>
                <a:lnTo>
                  <a:pt x="1783" y="20856"/>
                </a:lnTo>
                <a:lnTo>
                  <a:pt x="1910" y="21022"/>
                </a:lnTo>
                <a:lnTo>
                  <a:pt x="2039" y="21156"/>
                </a:lnTo>
                <a:lnTo>
                  <a:pt x="2168" y="21289"/>
                </a:lnTo>
                <a:lnTo>
                  <a:pt x="2306" y="21389"/>
                </a:lnTo>
                <a:lnTo>
                  <a:pt x="2441" y="21444"/>
                </a:lnTo>
                <a:lnTo>
                  <a:pt x="2579" y="21489"/>
                </a:lnTo>
                <a:lnTo>
                  <a:pt x="2720" y="21500"/>
                </a:lnTo>
                <a:lnTo>
                  <a:pt x="2860" y="21489"/>
                </a:lnTo>
                <a:lnTo>
                  <a:pt x="3001" y="21444"/>
                </a:lnTo>
                <a:lnTo>
                  <a:pt x="3136" y="21389"/>
                </a:lnTo>
                <a:lnTo>
                  <a:pt x="3265" y="21289"/>
                </a:lnTo>
                <a:lnTo>
                  <a:pt x="3403" y="21156"/>
                </a:lnTo>
                <a:lnTo>
                  <a:pt x="3527" y="21022"/>
                </a:lnTo>
                <a:lnTo>
                  <a:pt x="3659" y="20856"/>
                </a:lnTo>
                <a:lnTo>
                  <a:pt x="3780" y="20667"/>
                </a:lnTo>
                <a:lnTo>
                  <a:pt x="3901" y="20456"/>
                </a:lnTo>
                <a:lnTo>
                  <a:pt x="4016" y="20211"/>
                </a:lnTo>
                <a:lnTo>
                  <a:pt x="4132" y="19956"/>
                </a:lnTo>
                <a:lnTo>
                  <a:pt x="4244" y="19667"/>
                </a:lnTo>
                <a:lnTo>
                  <a:pt x="4348" y="19367"/>
                </a:lnTo>
                <a:lnTo>
                  <a:pt x="4449" y="19056"/>
                </a:lnTo>
                <a:lnTo>
                  <a:pt x="4551" y="18711"/>
                </a:lnTo>
                <a:lnTo>
                  <a:pt x="4643" y="18356"/>
                </a:lnTo>
                <a:lnTo>
                  <a:pt x="4736" y="17989"/>
                </a:lnTo>
                <a:lnTo>
                  <a:pt x="4823" y="17589"/>
                </a:lnTo>
                <a:lnTo>
                  <a:pt x="4899" y="17189"/>
                </a:lnTo>
                <a:lnTo>
                  <a:pt x="4978" y="16767"/>
                </a:lnTo>
                <a:lnTo>
                  <a:pt x="5048" y="16333"/>
                </a:lnTo>
                <a:lnTo>
                  <a:pt x="5113" y="15867"/>
                </a:lnTo>
                <a:lnTo>
                  <a:pt x="5175" y="15411"/>
                </a:lnTo>
                <a:lnTo>
                  <a:pt x="5228" y="14933"/>
                </a:lnTo>
                <a:lnTo>
                  <a:pt x="5276" y="14456"/>
                </a:lnTo>
                <a:lnTo>
                  <a:pt x="5321" y="13944"/>
                </a:lnTo>
                <a:lnTo>
                  <a:pt x="5355" y="13444"/>
                </a:lnTo>
                <a:lnTo>
                  <a:pt x="5389" y="12911"/>
                </a:lnTo>
                <a:lnTo>
                  <a:pt x="5411" y="12400"/>
                </a:lnTo>
                <a:lnTo>
                  <a:pt x="5425" y="11856"/>
                </a:lnTo>
                <a:lnTo>
                  <a:pt x="5437" y="11311"/>
                </a:lnTo>
                <a:lnTo>
                  <a:pt x="5442" y="10756"/>
                </a:lnTo>
                <a:lnTo>
                  <a:pt x="5437" y="10200"/>
                </a:lnTo>
                <a:lnTo>
                  <a:pt x="5425" y="9644"/>
                </a:lnTo>
                <a:lnTo>
                  <a:pt x="5411" y="9111"/>
                </a:lnTo>
                <a:lnTo>
                  <a:pt x="5389" y="8578"/>
                </a:lnTo>
                <a:lnTo>
                  <a:pt x="5355" y="8056"/>
                </a:lnTo>
                <a:lnTo>
                  <a:pt x="5321" y="7544"/>
                </a:lnTo>
                <a:lnTo>
                  <a:pt x="5276" y="7044"/>
                </a:lnTo>
                <a:lnTo>
                  <a:pt x="5228" y="6567"/>
                </a:lnTo>
                <a:lnTo>
                  <a:pt x="5175" y="6089"/>
                </a:lnTo>
                <a:lnTo>
                  <a:pt x="5113" y="5611"/>
                </a:lnTo>
                <a:lnTo>
                  <a:pt x="5048" y="5178"/>
                </a:lnTo>
                <a:lnTo>
                  <a:pt x="4978" y="4733"/>
                </a:lnTo>
                <a:lnTo>
                  <a:pt x="4899" y="4311"/>
                </a:lnTo>
                <a:lnTo>
                  <a:pt x="4823" y="3911"/>
                </a:lnTo>
                <a:lnTo>
                  <a:pt x="4736" y="3511"/>
                </a:lnTo>
                <a:lnTo>
                  <a:pt x="4643" y="3156"/>
                </a:lnTo>
                <a:lnTo>
                  <a:pt x="4551" y="2789"/>
                </a:lnTo>
                <a:lnTo>
                  <a:pt x="4449" y="2444"/>
                </a:lnTo>
                <a:lnTo>
                  <a:pt x="4348" y="2144"/>
                </a:lnTo>
                <a:lnTo>
                  <a:pt x="4244" y="1833"/>
                </a:lnTo>
                <a:lnTo>
                  <a:pt x="4132" y="1544"/>
                </a:lnTo>
                <a:lnTo>
                  <a:pt x="4016" y="1300"/>
                </a:lnTo>
                <a:lnTo>
                  <a:pt x="3901" y="1056"/>
                </a:lnTo>
                <a:lnTo>
                  <a:pt x="3780" y="844"/>
                </a:lnTo>
                <a:lnTo>
                  <a:pt x="3659" y="644"/>
                </a:lnTo>
                <a:lnTo>
                  <a:pt x="3527" y="478"/>
                </a:lnTo>
                <a:lnTo>
                  <a:pt x="3403" y="322"/>
                </a:lnTo>
                <a:lnTo>
                  <a:pt x="3265" y="211"/>
                </a:lnTo>
                <a:lnTo>
                  <a:pt x="3136" y="111"/>
                </a:lnTo>
                <a:lnTo>
                  <a:pt x="3001" y="56"/>
                </a:lnTo>
                <a:lnTo>
                  <a:pt x="2860" y="0"/>
                </a:lnTo>
                <a:lnTo>
                  <a:pt x="2720" y="0"/>
                </a:lnTo>
                <a:close/>
                <a:moveTo>
                  <a:pt x="2000" y="13600"/>
                </a:moveTo>
                <a:lnTo>
                  <a:pt x="1929" y="13289"/>
                </a:lnTo>
                <a:lnTo>
                  <a:pt x="1870" y="12967"/>
                </a:lnTo>
                <a:lnTo>
                  <a:pt x="1817" y="12622"/>
                </a:lnTo>
                <a:lnTo>
                  <a:pt x="1775" y="12256"/>
                </a:lnTo>
                <a:lnTo>
                  <a:pt x="1741" y="11900"/>
                </a:lnTo>
                <a:lnTo>
                  <a:pt x="1721" y="11511"/>
                </a:lnTo>
                <a:lnTo>
                  <a:pt x="1704" y="11133"/>
                </a:lnTo>
                <a:lnTo>
                  <a:pt x="1702" y="10756"/>
                </a:lnTo>
                <a:lnTo>
                  <a:pt x="1704" y="10367"/>
                </a:lnTo>
                <a:lnTo>
                  <a:pt x="1721" y="9989"/>
                </a:lnTo>
                <a:lnTo>
                  <a:pt x="1741" y="9611"/>
                </a:lnTo>
                <a:lnTo>
                  <a:pt x="1775" y="9222"/>
                </a:lnTo>
                <a:lnTo>
                  <a:pt x="1817" y="8878"/>
                </a:lnTo>
                <a:lnTo>
                  <a:pt x="1870" y="8533"/>
                </a:lnTo>
                <a:lnTo>
                  <a:pt x="1929" y="8211"/>
                </a:lnTo>
                <a:lnTo>
                  <a:pt x="2000" y="7911"/>
                </a:lnTo>
                <a:lnTo>
                  <a:pt x="2078" y="7622"/>
                </a:lnTo>
                <a:lnTo>
                  <a:pt x="2160" y="7389"/>
                </a:lnTo>
                <a:lnTo>
                  <a:pt x="2247" y="7178"/>
                </a:lnTo>
                <a:lnTo>
                  <a:pt x="2334" y="7011"/>
                </a:lnTo>
                <a:lnTo>
                  <a:pt x="2430" y="6878"/>
                </a:lnTo>
                <a:lnTo>
                  <a:pt x="2528" y="6800"/>
                </a:lnTo>
                <a:lnTo>
                  <a:pt x="2624" y="6744"/>
                </a:lnTo>
                <a:lnTo>
                  <a:pt x="2720" y="6722"/>
                </a:lnTo>
                <a:lnTo>
                  <a:pt x="2818" y="6744"/>
                </a:lnTo>
                <a:lnTo>
                  <a:pt x="2914" y="6800"/>
                </a:lnTo>
                <a:lnTo>
                  <a:pt x="3009" y="6878"/>
                </a:lnTo>
                <a:lnTo>
                  <a:pt x="3102" y="7011"/>
                </a:lnTo>
                <a:lnTo>
                  <a:pt x="3195" y="7178"/>
                </a:lnTo>
                <a:lnTo>
                  <a:pt x="3282" y="7389"/>
                </a:lnTo>
                <a:lnTo>
                  <a:pt x="3364" y="7622"/>
                </a:lnTo>
                <a:lnTo>
                  <a:pt x="3440" y="7911"/>
                </a:lnTo>
                <a:lnTo>
                  <a:pt x="3513" y="8211"/>
                </a:lnTo>
                <a:lnTo>
                  <a:pt x="3572" y="8533"/>
                </a:lnTo>
                <a:lnTo>
                  <a:pt x="3625" y="8878"/>
                </a:lnTo>
                <a:lnTo>
                  <a:pt x="3667" y="9222"/>
                </a:lnTo>
                <a:lnTo>
                  <a:pt x="3696" y="9611"/>
                </a:lnTo>
                <a:lnTo>
                  <a:pt x="3721" y="9989"/>
                </a:lnTo>
                <a:lnTo>
                  <a:pt x="3735" y="10367"/>
                </a:lnTo>
                <a:lnTo>
                  <a:pt x="3741" y="10756"/>
                </a:lnTo>
                <a:lnTo>
                  <a:pt x="3735" y="11133"/>
                </a:lnTo>
                <a:lnTo>
                  <a:pt x="3721" y="11511"/>
                </a:lnTo>
                <a:lnTo>
                  <a:pt x="3696" y="11900"/>
                </a:lnTo>
                <a:lnTo>
                  <a:pt x="3667" y="12256"/>
                </a:lnTo>
                <a:lnTo>
                  <a:pt x="3625" y="12622"/>
                </a:lnTo>
                <a:lnTo>
                  <a:pt x="3572" y="12967"/>
                </a:lnTo>
                <a:lnTo>
                  <a:pt x="3513" y="13289"/>
                </a:lnTo>
                <a:lnTo>
                  <a:pt x="3440" y="13600"/>
                </a:lnTo>
                <a:lnTo>
                  <a:pt x="3364" y="13889"/>
                </a:lnTo>
                <a:lnTo>
                  <a:pt x="3282" y="14111"/>
                </a:lnTo>
                <a:lnTo>
                  <a:pt x="3195" y="14322"/>
                </a:lnTo>
                <a:lnTo>
                  <a:pt x="3102" y="14500"/>
                </a:lnTo>
                <a:lnTo>
                  <a:pt x="3009" y="14611"/>
                </a:lnTo>
                <a:lnTo>
                  <a:pt x="2914" y="14711"/>
                </a:lnTo>
                <a:lnTo>
                  <a:pt x="2818" y="14767"/>
                </a:lnTo>
                <a:lnTo>
                  <a:pt x="2720" y="14778"/>
                </a:lnTo>
                <a:lnTo>
                  <a:pt x="2624" y="14767"/>
                </a:lnTo>
                <a:lnTo>
                  <a:pt x="2528" y="14711"/>
                </a:lnTo>
                <a:lnTo>
                  <a:pt x="2430" y="14611"/>
                </a:lnTo>
                <a:lnTo>
                  <a:pt x="2334" y="14500"/>
                </a:lnTo>
                <a:lnTo>
                  <a:pt x="2247" y="14322"/>
                </a:lnTo>
                <a:lnTo>
                  <a:pt x="2160" y="14111"/>
                </a:lnTo>
                <a:lnTo>
                  <a:pt x="2078" y="13889"/>
                </a:lnTo>
                <a:lnTo>
                  <a:pt x="2000" y="13600"/>
                </a:lnTo>
                <a:close/>
                <a:moveTo>
                  <a:pt x="4044" y="17989"/>
                </a:moveTo>
                <a:lnTo>
                  <a:pt x="3991" y="17989"/>
                </a:lnTo>
                <a:lnTo>
                  <a:pt x="3937" y="17956"/>
                </a:lnTo>
                <a:lnTo>
                  <a:pt x="3890" y="17911"/>
                </a:lnTo>
                <a:lnTo>
                  <a:pt x="3847" y="17833"/>
                </a:lnTo>
                <a:lnTo>
                  <a:pt x="3797" y="17767"/>
                </a:lnTo>
                <a:lnTo>
                  <a:pt x="3760" y="17644"/>
                </a:lnTo>
                <a:lnTo>
                  <a:pt x="3721" y="17533"/>
                </a:lnTo>
                <a:lnTo>
                  <a:pt x="3682" y="17400"/>
                </a:lnTo>
                <a:lnTo>
                  <a:pt x="3648" y="17267"/>
                </a:lnTo>
                <a:lnTo>
                  <a:pt x="3620" y="17111"/>
                </a:lnTo>
                <a:lnTo>
                  <a:pt x="3594" y="16944"/>
                </a:lnTo>
                <a:lnTo>
                  <a:pt x="3572" y="16767"/>
                </a:lnTo>
                <a:lnTo>
                  <a:pt x="3558" y="16578"/>
                </a:lnTo>
                <a:lnTo>
                  <a:pt x="3541" y="16389"/>
                </a:lnTo>
                <a:lnTo>
                  <a:pt x="3538" y="16200"/>
                </a:lnTo>
                <a:lnTo>
                  <a:pt x="3532" y="15989"/>
                </a:lnTo>
                <a:lnTo>
                  <a:pt x="3538" y="15778"/>
                </a:lnTo>
                <a:lnTo>
                  <a:pt x="3541" y="15567"/>
                </a:lnTo>
                <a:lnTo>
                  <a:pt x="3558" y="15378"/>
                </a:lnTo>
                <a:lnTo>
                  <a:pt x="3572" y="15200"/>
                </a:lnTo>
                <a:lnTo>
                  <a:pt x="3594" y="15011"/>
                </a:lnTo>
                <a:lnTo>
                  <a:pt x="3620" y="14856"/>
                </a:lnTo>
                <a:lnTo>
                  <a:pt x="3648" y="14711"/>
                </a:lnTo>
                <a:lnTo>
                  <a:pt x="3682" y="14556"/>
                </a:lnTo>
                <a:lnTo>
                  <a:pt x="3721" y="14422"/>
                </a:lnTo>
                <a:lnTo>
                  <a:pt x="3760" y="14300"/>
                </a:lnTo>
                <a:lnTo>
                  <a:pt x="3797" y="14211"/>
                </a:lnTo>
                <a:lnTo>
                  <a:pt x="3847" y="14111"/>
                </a:lnTo>
                <a:lnTo>
                  <a:pt x="3890" y="14056"/>
                </a:lnTo>
                <a:lnTo>
                  <a:pt x="3937" y="14000"/>
                </a:lnTo>
                <a:lnTo>
                  <a:pt x="4044" y="13956"/>
                </a:lnTo>
                <a:lnTo>
                  <a:pt x="4098" y="13978"/>
                </a:lnTo>
                <a:lnTo>
                  <a:pt x="4146" y="14000"/>
                </a:lnTo>
                <a:lnTo>
                  <a:pt x="4193" y="14056"/>
                </a:lnTo>
                <a:lnTo>
                  <a:pt x="4244" y="14111"/>
                </a:lnTo>
                <a:lnTo>
                  <a:pt x="4286" y="14211"/>
                </a:lnTo>
                <a:lnTo>
                  <a:pt x="4328" y="14300"/>
                </a:lnTo>
                <a:lnTo>
                  <a:pt x="4368" y="14422"/>
                </a:lnTo>
                <a:lnTo>
                  <a:pt x="4402" y="14556"/>
                </a:lnTo>
                <a:lnTo>
                  <a:pt x="4435" y="14711"/>
                </a:lnTo>
                <a:lnTo>
                  <a:pt x="4466" y="14856"/>
                </a:lnTo>
                <a:lnTo>
                  <a:pt x="4494" y="15011"/>
                </a:lnTo>
                <a:lnTo>
                  <a:pt x="4514" y="15200"/>
                </a:lnTo>
                <a:lnTo>
                  <a:pt x="4534" y="15378"/>
                </a:lnTo>
                <a:lnTo>
                  <a:pt x="4542" y="15567"/>
                </a:lnTo>
                <a:lnTo>
                  <a:pt x="4551" y="15778"/>
                </a:lnTo>
                <a:lnTo>
                  <a:pt x="4551" y="16200"/>
                </a:lnTo>
                <a:lnTo>
                  <a:pt x="4534" y="16578"/>
                </a:lnTo>
                <a:lnTo>
                  <a:pt x="4514" y="16767"/>
                </a:lnTo>
                <a:lnTo>
                  <a:pt x="4494" y="16944"/>
                </a:lnTo>
                <a:lnTo>
                  <a:pt x="4466" y="17111"/>
                </a:lnTo>
                <a:lnTo>
                  <a:pt x="4435" y="17267"/>
                </a:lnTo>
                <a:lnTo>
                  <a:pt x="4368" y="17533"/>
                </a:lnTo>
                <a:lnTo>
                  <a:pt x="4328" y="17644"/>
                </a:lnTo>
                <a:lnTo>
                  <a:pt x="4286" y="17767"/>
                </a:lnTo>
                <a:lnTo>
                  <a:pt x="4244" y="17833"/>
                </a:lnTo>
                <a:lnTo>
                  <a:pt x="4193" y="17911"/>
                </a:lnTo>
                <a:lnTo>
                  <a:pt x="4146" y="17956"/>
                </a:lnTo>
                <a:lnTo>
                  <a:pt x="4098" y="17989"/>
                </a:lnTo>
                <a:lnTo>
                  <a:pt x="4044" y="17989"/>
                </a:lnTo>
                <a:close/>
                <a:moveTo>
                  <a:pt x="5127" y="18911"/>
                </a:moveTo>
                <a:lnTo>
                  <a:pt x="5093" y="18922"/>
                </a:lnTo>
                <a:lnTo>
                  <a:pt x="5060" y="18944"/>
                </a:lnTo>
                <a:lnTo>
                  <a:pt x="5026" y="18989"/>
                </a:lnTo>
                <a:lnTo>
                  <a:pt x="4992" y="19022"/>
                </a:lnTo>
                <a:lnTo>
                  <a:pt x="4964" y="19078"/>
                </a:lnTo>
                <a:lnTo>
                  <a:pt x="4933" y="19133"/>
                </a:lnTo>
                <a:lnTo>
                  <a:pt x="4911" y="19233"/>
                </a:lnTo>
                <a:lnTo>
                  <a:pt x="4885" y="19311"/>
                </a:lnTo>
                <a:lnTo>
                  <a:pt x="4860" y="19400"/>
                </a:lnTo>
                <a:lnTo>
                  <a:pt x="4843" y="19500"/>
                </a:lnTo>
                <a:lnTo>
                  <a:pt x="4826" y="19611"/>
                </a:lnTo>
                <a:lnTo>
                  <a:pt x="4812" y="19733"/>
                </a:lnTo>
                <a:lnTo>
                  <a:pt x="4804" y="19867"/>
                </a:lnTo>
                <a:lnTo>
                  <a:pt x="4792" y="20000"/>
                </a:lnTo>
                <a:lnTo>
                  <a:pt x="4790" y="20133"/>
                </a:lnTo>
                <a:lnTo>
                  <a:pt x="4784" y="20267"/>
                </a:lnTo>
                <a:lnTo>
                  <a:pt x="4790" y="20400"/>
                </a:lnTo>
                <a:lnTo>
                  <a:pt x="4792" y="20533"/>
                </a:lnTo>
                <a:lnTo>
                  <a:pt x="4804" y="20667"/>
                </a:lnTo>
                <a:lnTo>
                  <a:pt x="4812" y="20778"/>
                </a:lnTo>
                <a:lnTo>
                  <a:pt x="4826" y="20889"/>
                </a:lnTo>
                <a:lnTo>
                  <a:pt x="4843" y="21011"/>
                </a:lnTo>
                <a:lnTo>
                  <a:pt x="4860" y="21122"/>
                </a:lnTo>
                <a:lnTo>
                  <a:pt x="4885" y="21222"/>
                </a:lnTo>
                <a:lnTo>
                  <a:pt x="4911" y="21289"/>
                </a:lnTo>
                <a:lnTo>
                  <a:pt x="4933" y="21367"/>
                </a:lnTo>
                <a:lnTo>
                  <a:pt x="4964" y="21444"/>
                </a:lnTo>
                <a:lnTo>
                  <a:pt x="4992" y="21500"/>
                </a:lnTo>
                <a:lnTo>
                  <a:pt x="5026" y="21544"/>
                </a:lnTo>
                <a:lnTo>
                  <a:pt x="5060" y="21578"/>
                </a:lnTo>
                <a:lnTo>
                  <a:pt x="5093" y="21600"/>
                </a:lnTo>
                <a:lnTo>
                  <a:pt x="5161" y="21600"/>
                </a:lnTo>
                <a:lnTo>
                  <a:pt x="5195" y="21578"/>
                </a:lnTo>
                <a:lnTo>
                  <a:pt x="5228" y="21544"/>
                </a:lnTo>
                <a:lnTo>
                  <a:pt x="5257" y="21500"/>
                </a:lnTo>
                <a:lnTo>
                  <a:pt x="5287" y="21444"/>
                </a:lnTo>
                <a:lnTo>
                  <a:pt x="5344" y="21289"/>
                </a:lnTo>
                <a:lnTo>
                  <a:pt x="5369" y="21222"/>
                </a:lnTo>
                <a:lnTo>
                  <a:pt x="5389" y="21122"/>
                </a:lnTo>
                <a:lnTo>
                  <a:pt x="5408" y="21011"/>
                </a:lnTo>
                <a:lnTo>
                  <a:pt x="5425" y="20889"/>
                </a:lnTo>
                <a:lnTo>
                  <a:pt x="5442" y="20778"/>
                </a:lnTo>
                <a:lnTo>
                  <a:pt x="5451" y="20667"/>
                </a:lnTo>
                <a:lnTo>
                  <a:pt x="5459" y="20533"/>
                </a:lnTo>
                <a:lnTo>
                  <a:pt x="5465" y="20400"/>
                </a:lnTo>
                <a:lnTo>
                  <a:pt x="5465" y="20133"/>
                </a:lnTo>
                <a:lnTo>
                  <a:pt x="5459" y="20000"/>
                </a:lnTo>
                <a:lnTo>
                  <a:pt x="5442" y="19733"/>
                </a:lnTo>
                <a:lnTo>
                  <a:pt x="5425" y="19611"/>
                </a:lnTo>
                <a:lnTo>
                  <a:pt x="5408" y="19500"/>
                </a:lnTo>
                <a:lnTo>
                  <a:pt x="5389" y="19400"/>
                </a:lnTo>
                <a:lnTo>
                  <a:pt x="5369" y="19311"/>
                </a:lnTo>
                <a:lnTo>
                  <a:pt x="5344" y="19233"/>
                </a:lnTo>
                <a:lnTo>
                  <a:pt x="5316" y="19133"/>
                </a:lnTo>
                <a:lnTo>
                  <a:pt x="5287" y="19078"/>
                </a:lnTo>
                <a:lnTo>
                  <a:pt x="5257" y="19022"/>
                </a:lnTo>
                <a:lnTo>
                  <a:pt x="5228" y="18989"/>
                </a:lnTo>
                <a:lnTo>
                  <a:pt x="5195" y="18944"/>
                </a:lnTo>
                <a:lnTo>
                  <a:pt x="5161" y="18922"/>
                </a:lnTo>
                <a:lnTo>
                  <a:pt x="5127" y="18911"/>
                </a:lnTo>
                <a:close/>
              </a:path>
            </a:pathLst>
          </a:custGeom>
          <a:solidFill>
            <a:srgbClr val="000006"/>
          </a:solidFill>
          <a:ln w="12700">
            <a:miter lim="400000"/>
          </a:ln>
        </p:spPr>
        <p:txBody>
          <a:bodyPr lIns="45719" rIns="45719"/>
          <a:lstStyle/>
          <a:p>
            <a:pPr/>
          </a:p>
        </p:txBody>
      </p:sp>
      <p:sp>
        <p:nvSpPr>
          <p:cNvPr id="137" name="MSIPCMContentMarking"/>
          <p:cNvSpPr txBox="1"/>
          <p:nvPr/>
        </p:nvSpPr>
        <p:spPr>
          <a:xfrm>
            <a:off x="5263052" y="6658292"/>
            <a:ext cx="166589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000000"/>
                </a:solidFill>
                <a:latin typeface="+mj-lt"/>
                <a:ea typeface="+mj-ea"/>
                <a:cs typeface="+mj-cs"/>
                <a:sym typeface="Calibri"/>
              </a:defRPr>
            </a:lvl1pPr>
          </a:lstStyle>
          <a:p>
            <a:pPr/>
            <a:r>
              <a:t>Classification: Confidential</a:t>
            </a:r>
          </a:p>
        </p:txBody>
      </p:sp>
      <p:sp>
        <p:nvSpPr>
          <p:cNvPr id="138" name="Body Level One…"/>
          <p:cNvSpPr txBox="1"/>
          <p:nvPr>
            <p:ph type="body" sz="quarter" idx="1" hasCustomPrompt="1"/>
          </p:nvPr>
        </p:nvSpPr>
        <p:spPr>
          <a:xfrm>
            <a:off x="1196975" y="453371"/>
            <a:ext cx="10479600" cy="824400"/>
          </a:xfrm>
          <a:prstGeom prst="rect">
            <a:avLst/>
          </a:prstGeom>
        </p:spPr>
        <p:txBody>
          <a:bodyPr lIns="0" tIns="0" rIns="0" bIns="0">
            <a:normAutofit fontScale="100000" lnSpcReduction="0"/>
          </a:bodyPr>
          <a:lstStyle>
            <a:lvl1pPr marL="0" indent="0">
              <a:lnSpc>
                <a:spcPct val="100000"/>
              </a:lnSpc>
              <a:buSzTx/>
              <a:buFontTx/>
              <a:buNone/>
              <a:defRPr sz="2400"/>
            </a:lvl1pPr>
            <a:lvl2pPr marL="0" indent="457200">
              <a:lnSpc>
                <a:spcPct val="100000"/>
              </a:lnSpc>
              <a:buSzTx/>
              <a:buFontTx/>
              <a:buNone/>
              <a:defRPr sz="2400"/>
            </a:lvl2pPr>
            <a:lvl3pPr marL="0" indent="914400">
              <a:lnSpc>
                <a:spcPct val="100000"/>
              </a:lnSpc>
              <a:buSzTx/>
              <a:buFontTx/>
              <a:buNone/>
              <a:defRPr sz="2400"/>
            </a:lvl3pPr>
            <a:lvl4pPr marL="0" indent="1371600">
              <a:lnSpc>
                <a:spcPct val="100000"/>
              </a:lnSpc>
              <a:buSzTx/>
              <a:buFontTx/>
              <a:buNone/>
              <a:defRPr sz="2400"/>
            </a:lvl4pPr>
            <a:lvl5pPr marL="0" indent="1828800">
              <a:lnSpc>
                <a:spcPct val="100000"/>
              </a:lnSpc>
              <a:buSzTx/>
              <a:buFontTx/>
              <a:buNone/>
              <a:defRPr sz="2400"/>
            </a:lvl5pPr>
          </a:lstStyle>
          <a:p>
            <a:pPr/>
            <a:r>
              <a:t>Click to add page heading (max two lines)</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Disclaimer">
    <p:spTree>
      <p:nvGrpSpPr>
        <p:cNvPr id="1" name=""/>
        <p:cNvGrpSpPr/>
        <p:nvPr/>
      </p:nvGrpSpPr>
      <p:grpSpPr>
        <a:xfrm>
          <a:off x="0" y="0"/>
          <a:ext cx="0" cy="0"/>
          <a:chOff x="0" y="0"/>
          <a:chExt cx="0" cy="0"/>
        </a:xfrm>
      </p:grpSpPr>
      <p:sp>
        <p:nvSpPr>
          <p:cNvPr id="145" name="Rectangle 6"/>
          <p:cNvSpPr/>
          <p:nvPr/>
        </p:nvSpPr>
        <p:spPr>
          <a:xfrm>
            <a:off x="-1" y="0"/>
            <a:ext cx="740979" cy="6858000"/>
          </a:xfrm>
          <a:prstGeom prst="rect">
            <a:avLst/>
          </a:prstGeom>
          <a:solidFill>
            <a:srgbClr val="000005"/>
          </a:solidFill>
          <a:ln w="12700">
            <a:miter lim="400000"/>
          </a:ln>
        </p:spPr>
        <p:txBody>
          <a:bodyPr lIns="45719" rIns="45719" anchor="ctr"/>
          <a:lstStyle/>
          <a:p>
            <a:pPr algn="ctr">
              <a:defRPr>
                <a:solidFill>
                  <a:srgbClr val="FFFFFF"/>
                </a:solidFill>
              </a:defRPr>
            </a:pPr>
          </a:p>
        </p:txBody>
      </p:sp>
      <p:sp>
        <p:nvSpPr>
          <p:cNvPr id="146" name="Slide Number"/>
          <p:cNvSpPr txBox="1"/>
          <p:nvPr>
            <p:ph type="sldNum" sz="quarter" idx="2"/>
          </p:nvPr>
        </p:nvSpPr>
        <p:spPr>
          <a:prstGeom prst="rect">
            <a:avLst/>
          </a:prstGeom>
        </p:spPr>
        <p:txBody>
          <a:bodyPr/>
          <a:lstStyle/>
          <a:p>
            <a:pPr/>
            <a:fld id="{86CB4B4D-7CA3-9044-876B-883B54F8677D}" type="slidenum"/>
          </a:p>
        </p:txBody>
      </p:sp>
      <p:sp>
        <p:nvSpPr>
          <p:cNvPr id="147" name="Oval 4"/>
          <p:cNvSpPr/>
          <p:nvPr/>
        </p:nvSpPr>
        <p:spPr>
          <a:xfrm>
            <a:off x="-394522" y="473748"/>
            <a:ext cx="229579" cy="229579"/>
          </a:xfrm>
          <a:prstGeom prst="ellipse">
            <a:avLst/>
          </a:prstGeom>
          <a:solidFill>
            <a:srgbClr val="FFFFFF"/>
          </a:solidFill>
          <a:ln w="6350">
            <a:solidFill>
              <a:srgbClr val="000005"/>
            </a:solidFill>
            <a:miter/>
          </a:ln>
        </p:spPr>
        <p:txBody>
          <a:bodyPr lIns="45719" rIns="45719" anchor="ctr"/>
          <a:lstStyle/>
          <a:p>
            <a:pPr algn="ctr">
              <a:defRPr>
                <a:solidFill>
                  <a:srgbClr val="FFFFFF"/>
                </a:solidFill>
              </a:defRPr>
            </a:pPr>
          </a:p>
        </p:txBody>
      </p:sp>
      <p:sp>
        <p:nvSpPr>
          <p:cNvPr id="148" name="Oval 5"/>
          <p:cNvSpPr/>
          <p:nvPr/>
        </p:nvSpPr>
        <p:spPr>
          <a:xfrm>
            <a:off x="-394522" y="783791"/>
            <a:ext cx="229579" cy="229579"/>
          </a:xfrm>
          <a:prstGeom prst="ellipse">
            <a:avLst/>
          </a:prstGeom>
          <a:solidFill>
            <a:srgbClr val="000005"/>
          </a:solidFill>
          <a:ln w="12700">
            <a:miter lim="400000"/>
          </a:ln>
        </p:spPr>
        <p:txBody>
          <a:bodyPr lIns="45719" rIns="45719" anchor="ctr"/>
          <a:lstStyle/>
          <a:p>
            <a:pPr algn="ctr">
              <a:defRPr>
                <a:solidFill>
                  <a:srgbClr val="FFFFFF"/>
                </a:solidFill>
              </a:defRPr>
            </a:pPr>
          </a:p>
        </p:txBody>
      </p:sp>
      <p:sp>
        <p:nvSpPr>
          <p:cNvPr id="149" name="Oval 7"/>
          <p:cNvSpPr/>
          <p:nvPr/>
        </p:nvSpPr>
        <p:spPr>
          <a:xfrm>
            <a:off x="-394522" y="1093833"/>
            <a:ext cx="229579" cy="229579"/>
          </a:xfrm>
          <a:prstGeom prst="ellipse">
            <a:avLst/>
          </a:prstGeom>
          <a:solidFill>
            <a:srgbClr val="ECE8E4"/>
          </a:solidFill>
          <a:ln w="6350">
            <a:solidFill>
              <a:srgbClr val="000005"/>
            </a:solidFill>
            <a:miter/>
          </a:ln>
        </p:spPr>
        <p:txBody>
          <a:bodyPr lIns="45719" rIns="45719" anchor="ctr"/>
          <a:lstStyle/>
          <a:p>
            <a:pPr algn="ctr">
              <a:defRPr>
                <a:solidFill>
                  <a:srgbClr val="FFFFFF"/>
                </a:solidFill>
              </a:defRPr>
            </a:pPr>
          </a:p>
        </p:txBody>
      </p:sp>
      <p:sp>
        <p:nvSpPr>
          <p:cNvPr id="150" name="Oval 10"/>
          <p:cNvSpPr/>
          <p:nvPr/>
        </p:nvSpPr>
        <p:spPr>
          <a:xfrm>
            <a:off x="-394522" y="1403874"/>
            <a:ext cx="229579" cy="229579"/>
          </a:xfrm>
          <a:prstGeom prst="ellipse">
            <a:avLst/>
          </a:prstGeom>
          <a:solidFill>
            <a:schemeClr val="accent1"/>
          </a:solidFill>
          <a:ln w="12700">
            <a:miter lim="400000"/>
          </a:ln>
        </p:spPr>
        <p:txBody>
          <a:bodyPr lIns="45719" rIns="45719" anchor="ctr"/>
          <a:lstStyle/>
          <a:p>
            <a:pPr algn="ctr">
              <a:defRPr>
                <a:solidFill>
                  <a:srgbClr val="FFFFFF"/>
                </a:solidFill>
              </a:defRPr>
            </a:pPr>
          </a:p>
        </p:txBody>
      </p:sp>
      <p:sp>
        <p:nvSpPr>
          <p:cNvPr id="151" name="Oval 11"/>
          <p:cNvSpPr/>
          <p:nvPr/>
        </p:nvSpPr>
        <p:spPr>
          <a:xfrm>
            <a:off x="-394522" y="2334000"/>
            <a:ext cx="229579" cy="229579"/>
          </a:xfrm>
          <a:prstGeom prst="ellipse">
            <a:avLst/>
          </a:prstGeom>
          <a:solidFill>
            <a:schemeClr val="accent2"/>
          </a:solidFill>
          <a:ln w="12700">
            <a:miter lim="400000"/>
          </a:ln>
        </p:spPr>
        <p:txBody>
          <a:bodyPr lIns="45719" rIns="45719" anchor="ctr"/>
          <a:lstStyle/>
          <a:p>
            <a:pPr algn="ctr">
              <a:defRPr>
                <a:solidFill>
                  <a:srgbClr val="FFFFFF"/>
                </a:solidFill>
              </a:defRPr>
            </a:pPr>
          </a:p>
        </p:txBody>
      </p:sp>
      <p:sp>
        <p:nvSpPr>
          <p:cNvPr id="152" name="Oval 12"/>
          <p:cNvSpPr/>
          <p:nvPr/>
        </p:nvSpPr>
        <p:spPr>
          <a:xfrm>
            <a:off x="-394522" y="1713917"/>
            <a:ext cx="229579" cy="229579"/>
          </a:xfrm>
          <a:prstGeom prst="ellipse">
            <a:avLst/>
          </a:prstGeom>
          <a:solidFill>
            <a:schemeClr val="accent4"/>
          </a:solidFill>
          <a:ln w="12700">
            <a:miter lim="400000"/>
          </a:ln>
        </p:spPr>
        <p:txBody>
          <a:bodyPr lIns="45719" rIns="45719" anchor="ctr"/>
          <a:lstStyle/>
          <a:p>
            <a:pPr algn="ctr">
              <a:defRPr>
                <a:solidFill>
                  <a:srgbClr val="FFFFFF"/>
                </a:solidFill>
              </a:defRPr>
            </a:pPr>
          </a:p>
        </p:txBody>
      </p:sp>
      <p:sp>
        <p:nvSpPr>
          <p:cNvPr id="153" name="Oval 13"/>
          <p:cNvSpPr/>
          <p:nvPr/>
        </p:nvSpPr>
        <p:spPr>
          <a:xfrm>
            <a:off x="-394522" y="2023959"/>
            <a:ext cx="229579" cy="229579"/>
          </a:xfrm>
          <a:prstGeom prst="ellipse">
            <a:avLst/>
          </a:prstGeom>
          <a:solidFill>
            <a:schemeClr val="accent3"/>
          </a:solidFill>
          <a:ln w="12700">
            <a:miter lim="400000"/>
          </a:ln>
        </p:spPr>
        <p:txBody>
          <a:bodyPr lIns="45719" rIns="45719" anchor="ctr"/>
          <a:lstStyle/>
          <a:p>
            <a:pPr algn="ctr">
              <a:defRPr>
                <a:solidFill>
                  <a:srgbClr val="FFFFFF"/>
                </a:solidFill>
              </a:defRPr>
            </a:pPr>
          </a:p>
        </p:txBody>
      </p:sp>
      <p:sp>
        <p:nvSpPr>
          <p:cNvPr id="154" name="Oval 14"/>
          <p:cNvSpPr/>
          <p:nvPr/>
        </p:nvSpPr>
        <p:spPr>
          <a:xfrm>
            <a:off x="-394522" y="2644043"/>
            <a:ext cx="229579" cy="229579"/>
          </a:xfrm>
          <a:prstGeom prst="ellipse">
            <a:avLst/>
          </a:prstGeom>
          <a:solidFill>
            <a:schemeClr val="accent6"/>
          </a:solidFill>
          <a:ln w="12700">
            <a:miter lim="400000"/>
          </a:ln>
        </p:spPr>
        <p:txBody>
          <a:bodyPr lIns="45719" rIns="45719" anchor="ctr"/>
          <a:lstStyle/>
          <a:p>
            <a:pPr algn="ctr">
              <a:defRPr>
                <a:solidFill>
                  <a:srgbClr val="FFFFFF"/>
                </a:solidFill>
              </a:defRPr>
            </a:pPr>
          </a:p>
        </p:txBody>
      </p:sp>
      <p:sp>
        <p:nvSpPr>
          <p:cNvPr id="155" name="Oval 15"/>
          <p:cNvSpPr/>
          <p:nvPr/>
        </p:nvSpPr>
        <p:spPr>
          <a:xfrm>
            <a:off x="-394522" y="3802924"/>
            <a:ext cx="230402" cy="230401"/>
          </a:xfrm>
          <a:prstGeom prst="ellipse">
            <a:avLst/>
          </a:prstGeom>
          <a:solidFill>
            <a:srgbClr val="3F68AD"/>
          </a:solidFill>
          <a:ln w="12700">
            <a:miter lim="400000"/>
          </a:ln>
        </p:spPr>
        <p:txBody>
          <a:bodyPr lIns="45719" rIns="45719" anchor="ctr"/>
          <a:lstStyle/>
          <a:p>
            <a:pPr algn="ctr">
              <a:defRPr>
                <a:solidFill>
                  <a:srgbClr val="FFFFFF"/>
                </a:solidFill>
              </a:defRPr>
            </a:pPr>
          </a:p>
        </p:txBody>
      </p:sp>
      <p:sp>
        <p:nvSpPr>
          <p:cNvPr id="156" name="Oval 16"/>
          <p:cNvSpPr/>
          <p:nvPr/>
        </p:nvSpPr>
        <p:spPr>
          <a:xfrm>
            <a:off x="-394522" y="4113789"/>
            <a:ext cx="230402" cy="230401"/>
          </a:xfrm>
          <a:prstGeom prst="ellipse">
            <a:avLst/>
          </a:prstGeom>
          <a:solidFill>
            <a:srgbClr val="44B5C4"/>
          </a:solidFill>
          <a:ln w="12700">
            <a:miter lim="400000"/>
          </a:ln>
        </p:spPr>
        <p:txBody>
          <a:bodyPr lIns="45719" rIns="45719" anchor="ctr"/>
          <a:lstStyle/>
          <a:p>
            <a:pPr algn="ctr">
              <a:defRPr>
                <a:solidFill>
                  <a:srgbClr val="FFFFFF"/>
                </a:solidFill>
              </a:defRPr>
            </a:pPr>
          </a:p>
        </p:txBody>
      </p:sp>
      <p:sp>
        <p:nvSpPr>
          <p:cNvPr id="157" name="Oval 17"/>
          <p:cNvSpPr/>
          <p:nvPr/>
        </p:nvSpPr>
        <p:spPr>
          <a:xfrm>
            <a:off x="-394522" y="4424655"/>
            <a:ext cx="230402" cy="230401"/>
          </a:xfrm>
          <a:prstGeom prst="ellipse">
            <a:avLst/>
          </a:prstGeom>
          <a:solidFill>
            <a:srgbClr val="44D6A3"/>
          </a:solidFill>
          <a:ln w="12700">
            <a:miter lim="400000"/>
          </a:ln>
        </p:spPr>
        <p:txBody>
          <a:bodyPr lIns="45719" rIns="45719" anchor="ctr"/>
          <a:lstStyle/>
          <a:p>
            <a:pPr algn="ctr">
              <a:defRPr>
                <a:solidFill>
                  <a:srgbClr val="FFFFFF"/>
                </a:solidFill>
              </a:defRPr>
            </a:pPr>
          </a:p>
        </p:txBody>
      </p:sp>
      <p:sp>
        <p:nvSpPr>
          <p:cNvPr id="158" name="Oval 18"/>
          <p:cNvSpPr/>
          <p:nvPr/>
        </p:nvSpPr>
        <p:spPr>
          <a:xfrm>
            <a:off x="-394522" y="4735519"/>
            <a:ext cx="230402" cy="230401"/>
          </a:xfrm>
          <a:prstGeom prst="ellipse">
            <a:avLst/>
          </a:prstGeom>
          <a:solidFill>
            <a:srgbClr val="7FDD7C"/>
          </a:solidFill>
          <a:ln w="12700">
            <a:miter lim="400000"/>
          </a:ln>
        </p:spPr>
        <p:txBody>
          <a:bodyPr lIns="45719" rIns="45719" anchor="ctr"/>
          <a:lstStyle/>
          <a:p>
            <a:pPr algn="ctr">
              <a:defRPr>
                <a:solidFill>
                  <a:srgbClr val="FFFFFF"/>
                </a:solidFill>
              </a:defRPr>
            </a:pPr>
          </a:p>
        </p:txBody>
      </p:sp>
      <p:sp>
        <p:nvSpPr>
          <p:cNvPr id="159" name="Oval 19"/>
          <p:cNvSpPr/>
          <p:nvPr/>
        </p:nvSpPr>
        <p:spPr>
          <a:xfrm>
            <a:off x="-394522" y="5046384"/>
            <a:ext cx="230402" cy="230402"/>
          </a:xfrm>
          <a:prstGeom prst="ellipse">
            <a:avLst/>
          </a:prstGeom>
          <a:solidFill>
            <a:srgbClr val="EACC77"/>
          </a:solidFill>
          <a:ln w="12700">
            <a:miter lim="400000"/>
          </a:ln>
        </p:spPr>
        <p:txBody>
          <a:bodyPr lIns="45719" rIns="45719" anchor="ctr"/>
          <a:lstStyle/>
          <a:p>
            <a:pPr algn="ctr">
              <a:defRPr>
                <a:solidFill>
                  <a:srgbClr val="FFFFFF"/>
                </a:solidFill>
              </a:defRPr>
            </a:pPr>
          </a:p>
        </p:txBody>
      </p:sp>
      <p:sp>
        <p:nvSpPr>
          <p:cNvPr id="160" name="Oval 20"/>
          <p:cNvSpPr/>
          <p:nvPr/>
        </p:nvSpPr>
        <p:spPr>
          <a:xfrm>
            <a:off x="-394522" y="5357250"/>
            <a:ext cx="230402" cy="230401"/>
          </a:xfrm>
          <a:prstGeom prst="ellipse">
            <a:avLst/>
          </a:prstGeom>
          <a:solidFill>
            <a:srgbClr val="EF9B47"/>
          </a:solidFill>
          <a:ln w="12700">
            <a:miter lim="400000"/>
          </a:ln>
        </p:spPr>
        <p:txBody>
          <a:bodyPr lIns="45719" rIns="45719" anchor="ctr"/>
          <a:lstStyle/>
          <a:p>
            <a:pPr algn="ctr">
              <a:defRPr>
                <a:solidFill>
                  <a:srgbClr val="FFFFFF"/>
                </a:solidFill>
              </a:defRPr>
            </a:pPr>
          </a:p>
        </p:txBody>
      </p:sp>
      <p:sp>
        <p:nvSpPr>
          <p:cNvPr id="161" name="Oval 21"/>
          <p:cNvSpPr/>
          <p:nvPr/>
        </p:nvSpPr>
        <p:spPr>
          <a:xfrm>
            <a:off x="-394522" y="5668114"/>
            <a:ext cx="230402" cy="230401"/>
          </a:xfrm>
          <a:prstGeom prst="ellipse">
            <a:avLst/>
          </a:prstGeom>
          <a:solidFill>
            <a:srgbClr val="EF6347"/>
          </a:solidFill>
          <a:ln w="12700">
            <a:miter lim="400000"/>
          </a:ln>
        </p:spPr>
        <p:txBody>
          <a:bodyPr lIns="45719" rIns="45719" anchor="ctr"/>
          <a:lstStyle/>
          <a:p>
            <a:pPr algn="ctr">
              <a:defRPr>
                <a:solidFill>
                  <a:srgbClr val="FFFFFF"/>
                </a:solidFill>
              </a:defRPr>
            </a:pPr>
          </a:p>
        </p:txBody>
      </p:sp>
      <p:sp>
        <p:nvSpPr>
          <p:cNvPr id="162" name="Oval 22"/>
          <p:cNvSpPr/>
          <p:nvPr/>
        </p:nvSpPr>
        <p:spPr>
          <a:xfrm>
            <a:off x="-394522" y="5978980"/>
            <a:ext cx="230402" cy="230401"/>
          </a:xfrm>
          <a:prstGeom prst="ellipse">
            <a:avLst/>
          </a:prstGeom>
          <a:solidFill>
            <a:srgbClr val="C96377"/>
          </a:solidFill>
          <a:ln w="12700">
            <a:miter lim="400000"/>
          </a:ln>
        </p:spPr>
        <p:txBody>
          <a:bodyPr lIns="45719" rIns="45719" anchor="ctr"/>
          <a:lstStyle/>
          <a:p>
            <a:pPr algn="ctr">
              <a:defRPr>
                <a:solidFill>
                  <a:srgbClr val="FFFFFF"/>
                </a:solidFill>
              </a:defRPr>
            </a:pPr>
          </a:p>
        </p:txBody>
      </p:sp>
      <p:sp>
        <p:nvSpPr>
          <p:cNvPr id="163" name="Oval 23"/>
          <p:cNvSpPr/>
          <p:nvPr/>
        </p:nvSpPr>
        <p:spPr>
          <a:xfrm>
            <a:off x="-394522" y="6289840"/>
            <a:ext cx="230402" cy="230401"/>
          </a:xfrm>
          <a:prstGeom prst="ellipse">
            <a:avLst/>
          </a:prstGeom>
          <a:solidFill>
            <a:srgbClr val="8E72BF"/>
          </a:solidFill>
          <a:ln w="12700">
            <a:miter lim="400000"/>
          </a:ln>
        </p:spPr>
        <p:txBody>
          <a:bodyPr lIns="45719" rIns="45719" anchor="ctr"/>
          <a:lstStyle/>
          <a:p>
            <a:pPr algn="ctr">
              <a:defRPr>
                <a:solidFill>
                  <a:srgbClr val="FFFFFF"/>
                </a:solidFill>
              </a:defRPr>
            </a:pPr>
          </a:p>
        </p:txBody>
      </p:sp>
      <p:sp>
        <p:nvSpPr>
          <p:cNvPr id="164" name="Freeform 5"/>
          <p:cNvSpPr/>
          <p:nvPr/>
        </p:nvSpPr>
        <p:spPr>
          <a:xfrm>
            <a:off x="1206500" y="6209379"/>
            <a:ext cx="1422400" cy="360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263" y="6967"/>
                </a:moveTo>
                <a:lnTo>
                  <a:pt x="7928" y="6967"/>
                </a:lnTo>
                <a:lnTo>
                  <a:pt x="7920" y="7033"/>
                </a:lnTo>
                <a:lnTo>
                  <a:pt x="7886" y="7567"/>
                </a:lnTo>
                <a:lnTo>
                  <a:pt x="7878" y="7600"/>
                </a:lnTo>
                <a:lnTo>
                  <a:pt x="7867" y="7622"/>
                </a:lnTo>
                <a:lnTo>
                  <a:pt x="7858" y="7622"/>
                </a:lnTo>
                <a:lnTo>
                  <a:pt x="7844" y="7578"/>
                </a:lnTo>
                <a:lnTo>
                  <a:pt x="7799" y="7433"/>
                </a:lnTo>
                <a:lnTo>
                  <a:pt x="7751" y="7300"/>
                </a:lnTo>
                <a:lnTo>
                  <a:pt x="7689" y="7167"/>
                </a:lnTo>
                <a:lnTo>
                  <a:pt x="7625" y="7044"/>
                </a:lnTo>
                <a:lnTo>
                  <a:pt x="7557" y="6956"/>
                </a:lnTo>
                <a:lnTo>
                  <a:pt x="7484" y="6878"/>
                </a:lnTo>
                <a:lnTo>
                  <a:pt x="7414" y="6833"/>
                </a:lnTo>
                <a:lnTo>
                  <a:pt x="7341" y="6822"/>
                </a:lnTo>
                <a:lnTo>
                  <a:pt x="7242" y="6833"/>
                </a:lnTo>
                <a:lnTo>
                  <a:pt x="7147" y="6889"/>
                </a:lnTo>
                <a:lnTo>
                  <a:pt x="7059" y="6967"/>
                </a:lnTo>
                <a:lnTo>
                  <a:pt x="6978" y="7100"/>
                </a:lnTo>
                <a:lnTo>
                  <a:pt x="6899" y="7256"/>
                </a:lnTo>
                <a:lnTo>
                  <a:pt x="6829" y="7433"/>
                </a:lnTo>
                <a:lnTo>
                  <a:pt x="6761" y="7644"/>
                </a:lnTo>
                <a:lnTo>
                  <a:pt x="6702" y="7889"/>
                </a:lnTo>
                <a:lnTo>
                  <a:pt x="6649" y="8156"/>
                </a:lnTo>
                <a:lnTo>
                  <a:pt x="6601" y="8456"/>
                </a:lnTo>
                <a:lnTo>
                  <a:pt x="6562" y="8767"/>
                </a:lnTo>
                <a:lnTo>
                  <a:pt x="6528" y="9111"/>
                </a:lnTo>
                <a:lnTo>
                  <a:pt x="6500" y="9478"/>
                </a:lnTo>
                <a:lnTo>
                  <a:pt x="6480" y="9878"/>
                </a:lnTo>
                <a:lnTo>
                  <a:pt x="6472" y="10278"/>
                </a:lnTo>
                <a:lnTo>
                  <a:pt x="6466" y="10700"/>
                </a:lnTo>
                <a:lnTo>
                  <a:pt x="6472" y="11111"/>
                </a:lnTo>
                <a:lnTo>
                  <a:pt x="6486" y="11511"/>
                </a:lnTo>
                <a:lnTo>
                  <a:pt x="6505" y="11900"/>
                </a:lnTo>
                <a:lnTo>
                  <a:pt x="6528" y="12256"/>
                </a:lnTo>
                <a:lnTo>
                  <a:pt x="6567" y="12600"/>
                </a:lnTo>
                <a:lnTo>
                  <a:pt x="6607" y="12933"/>
                </a:lnTo>
                <a:lnTo>
                  <a:pt x="6654" y="13211"/>
                </a:lnTo>
                <a:lnTo>
                  <a:pt x="6708" y="13500"/>
                </a:lnTo>
                <a:lnTo>
                  <a:pt x="6770" y="13733"/>
                </a:lnTo>
                <a:lnTo>
                  <a:pt x="6837" y="13944"/>
                </a:lnTo>
                <a:lnTo>
                  <a:pt x="6905" y="14133"/>
                </a:lnTo>
                <a:lnTo>
                  <a:pt x="6983" y="14289"/>
                </a:lnTo>
                <a:lnTo>
                  <a:pt x="7065" y="14400"/>
                </a:lnTo>
                <a:lnTo>
                  <a:pt x="7152" y="14500"/>
                </a:lnTo>
                <a:lnTo>
                  <a:pt x="7242" y="14556"/>
                </a:lnTo>
                <a:lnTo>
                  <a:pt x="7341" y="14567"/>
                </a:lnTo>
                <a:lnTo>
                  <a:pt x="7397" y="14556"/>
                </a:lnTo>
                <a:lnTo>
                  <a:pt x="7450" y="14533"/>
                </a:lnTo>
                <a:lnTo>
                  <a:pt x="7501" y="14500"/>
                </a:lnTo>
                <a:lnTo>
                  <a:pt x="7549" y="14456"/>
                </a:lnTo>
                <a:lnTo>
                  <a:pt x="7636" y="14344"/>
                </a:lnTo>
                <a:lnTo>
                  <a:pt x="7706" y="14211"/>
                </a:lnTo>
                <a:lnTo>
                  <a:pt x="7765" y="14078"/>
                </a:lnTo>
                <a:lnTo>
                  <a:pt x="7807" y="13944"/>
                </a:lnTo>
                <a:lnTo>
                  <a:pt x="7853" y="13789"/>
                </a:lnTo>
                <a:lnTo>
                  <a:pt x="7861" y="13767"/>
                </a:lnTo>
                <a:lnTo>
                  <a:pt x="7872" y="13767"/>
                </a:lnTo>
                <a:lnTo>
                  <a:pt x="7881" y="13811"/>
                </a:lnTo>
                <a:lnTo>
                  <a:pt x="7886" y="13822"/>
                </a:lnTo>
                <a:lnTo>
                  <a:pt x="7886" y="17300"/>
                </a:lnTo>
                <a:lnTo>
                  <a:pt x="7892" y="17322"/>
                </a:lnTo>
                <a:lnTo>
                  <a:pt x="7895" y="17344"/>
                </a:lnTo>
                <a:lnTo>
                  <a:pt x="8272" y="17344"/>
                </a:lnTo>
                <a:lnTo>
                  <a:pt x="8283" y="17300"/>
                </a:lnTo>
                <a:lnTo>
                  <a:pt x="8283" y="7011"/>
                </a:lnTo>
                <a:lnTo>
                  <a:pt x="8272" y="6967"/>
                </a:lnTo>
                <a:lnTo>
                  <a:pt x="8263" y="6967"/>
                </a:lnTo>
                <a:close/>
                <a:moveTo>
                  <a:pt x="7394" y="13122"/>
                </a:moveTo>
                <a:lnTo>
                  <a:pt x="7335" y="13122"/>
                </a:lnTo>
                <a:lnTo>
                  <a:pt x="7276" y="13078"/>
                </a:lnTo>
                <a:lnTo>
                  <a:pt x="7220" y="13022"/>
                </a:lnTo>
                <a:lnTo>
                  <a:pt x="7172" y="12944"/>
                </a:lnTo>
                <a:lnTo>
                  <a:pt x="7124" y="12856"/>
                </a:lnTo>
                <a:lnTo>
                  <a:pt x="7079" y="12733"/>
                </a:lnTo>
                <a:lnTo>
                  <a:pt x="7040" y="12600"/>
                </a:lnTo>
                <a:lnTo>
                  <a:pt x="7006" y="12456"/>
                </a:lnTo>
                <a:lnTo>
                  <a:pt x="6972" y="12278"/>
                </a:lnTo>
                <a:lnTo>
                  <a:pt x="6950" y="12089"/>
                </a:lnTo>
                <a:lnTo>
                  <a:pt x="6924" y="11900"/>
                </a:lnTo>
                <a:lnTo>
                  <a:pt x="6905" y="11667"/>
                </a:lnTo>
                <a:lnTo>
                  <a:pt x="6891" y="11444"/>
                </a:lnTo>
                <a:lnTo>
                  <a:pt x="6877" y="11211"/>
                </a:lnTo>
                <a:lnTo>
                  <a:pt x="6871" y="10967"/>
                </a:lnTo>
                <a:lnTo>
                  <a:pt x="6871" y="10422"/>
                </a:lnTo>
                <a:lnTo>
                  <a:pt x="6877" y="10178"/>
                </a:lnTo>
                <a:lnTo>
                  <a:pt x="6891" y="9933"/>
                </a:lnTo>
                <a:lnTo>
                  <a:pt x="6905" y="9700"/>
                </a:lnTo>
                <a:lnTo>
                  <a:pt x="6924" y="9489"/>
                </a:lnTo>
                <a:lnTo>
                  <a:pt x="6950" y="9278"/>
                </a:lnTo>
                <a:lnTo>
                  <a:pt x="6972" y="9111"/>
                </a:lnTo>
                <a:lnTo>
                  <a:pt x="7006" y="8933"/>
                </a:lnTo>
                <a:lnTo>
                  <a:pt x="7040" y="8789"/>
                </a:lnTo>
                <a:lnTo>
                  <a:pt x="7079" y="8633"/>
                </a:lnTo>
                <a:lnTo>
                  <a:pt x="7124" y="8522"/>
                </a:lnTo>
                <a:lnTo>
                  <a:pt x="7172" y="8422"/>
                </a:lnTo>
                <a:lnTo>
                  <a:pt x="7220" y="8344"/>
                </a:lnTo>
                <a:lnTo>
                  <a:pt x="7276" y="8289"/>
                </a:lnTo>
                <a:lnTo>
                  <a:pt x="7335" y="8256"/>
                </a:lnTo>
                <a:lnTo>
                  <a:pt x="7450" y="8256"/>
                </a:lnTo>
                <a:lnTo>
                  <a:pt x="7509" y="8289"/>
                </a:lnTo>
                <a:lnTo>
                  <a:pt x="7557" y="8344"/>
                </a:lnTo>
                <a:lnTo>
                  <a:pt x="7605" y="8422"/>
                </a:lnTo>
                <a:lnTo>
                  <a:pt x="7650" y="8522"/>
                </a:lnTo>
                <a:lnTo>
                  <a:pt x="7689" y="8633"/>
                </a:lnTo>
                <a:lnTo>
                  <a:pt x="7726" y="8789"/>
                </a:lnTo>
                <a:lnTo>
                  <a:pt x="7760" y="8933"/>
                </a:lnTo>
                <a:lnTo>
                  <a:pt x="7791" y="9111"/>
                </a:lnTo>
                <a:lnTo>
                  <a:pt x="7813" y="9278"/>
                </a:lnTo>
                <a:lnTo>
                  <a:pt x="7833" y="9489"/>
                </a:lnTo>
                <a:lnTo>
                  <a:pt x="7853" y="9700"/>
                </a:lnTo>
                <a:lnTo>
                  <a:pt x="7867" y="9933"/>
                </a:lnTo>
                <a:lnTo>
                  <a:pt x="7878" y="10178"/>
                </a:lnTo>
                <a:lnTo>
                  <a:pt x="7881" y="10422"/>
                </a:lnTo>
                <a:lnTo>
                  <a:pt x="7886" y="10700"/>
                </a:lnTo>
                <a:lnTo>
                  <a:pt x="7881" y="10967"/>
                </a:lnTo>
                <a:lnTo>
                  <a:pt x="7878" y="11233"/>
                </a:lnTo>
                <a:lnTo>
                  <a:pt x="7867" y="11478"/>
                </a:lnTo>
                <a:lnTo>
                  <a:pt x="7853" y="11711"/>
                </a:lnTo>
                <a:lnTo>
                  <a:pt x="7833" y="11922"/>
                </a:lnTo>
                <a:lnTo>
                  <a:pt x="7813" y="12122"/>
                </a:lnTo>
                <a:lnTo>
                  <a:pt x="7791" y="12300"/>
                </a:lnTo>
                <a:lnTo>
                  <a:pt x="7760" y="12467"/>
                </a:lnTo>
                <a:lnTo>
                  <a:pt x="7726" y="12622"/>
                </a:lnTo>
                <a:lnTo>
                  <a:pt x="7689" y="12756"/>
                </a:lnTo>
                <a:lnTo>
                  <a:pt x="7650" y="12867"/>
                </a:lnTo>
                <a:lnTo>
                  <a:pt x="7605" y="12944"/>
                </a:lnTo>
                <a:lnTo>
                  <a:pt x="7557" y="13022"/>
                </a:lnTo>
                <a:lnTo>
                  <a:pt x="7509" y="13078"/>
                </a:lnTo>
                <a:lnTo>
                  <a:pt x="7450" y="13122"/>
                </a:lnTo>
                <a:lnTo>
                  <a:pt x="7394" y="13122"/>
                </a:lnTo>
                <a:close/>
                <a:moveTo>
                  <a:pt x="10260" y="6967"/>
                </a:moveTo>
                <a:lnTo>
                  <a:pt x="9892" y="6967"/>
                </a:lnTo>
                <a:lnTo>
                  <a:pt x="9886" y="6989"/>
                </a:lnTo>
                <a:lnTo>
                  <a:pt x="9883" y="7011"/>
                </a:lnTo>
                <a:lnTo>
                  <a:pt x="9883" y="11156"/>
                </a:lnTo>
                <a:lnTo>
                  <a:pt x="9872" y="11533"/>
                </a:lnTo>
                <a:lnTo>
                  <a:pt x="9863" y="11711"/>
                </a:lnTo>
                <a:lnTo>
                  <a:pt x="9852" y="11878"/>
                </a:lnTo>
                <a:lnTo>
                  <a:pt x="9838" y="12056"/>
                </a:lnTo>
                <a:lnTo>
                  <a:pt x="9818" y="12222"/>
                </a:lnTo>
                <a:lnTo>
                  <a:pt x="9796" y="12378"/>
                </a:lnTo>
                <a:lnTo>
                  <a:pt x="9765" y="12511"/>
                </a:lnTo>
                <a:lnTo>
                  <a:pt x="9737" y="12644"/>
                </a:lnTo>
                <a:lnTo>
                  <a:pt x="9703" y="12778"/>
                </a:lnTo>
                <a:lnTo>
                  <a:pt x="9669" y="12867"/>
                </a:lnTo>
                <a:lnTo>
                  <a:pt x="9624" y="12967"/>
                </a:lnTo>
                <a:lnTo>
                  <a:pt x="9582" y="13022"/>
                </a:lnTo>
                <a:lnTo>
                  <a:pt x="9534" y="13078"/>
                </a:lnTo>
                <a:lnTo>
                  <a:pt x="9487" y="13122"/>
                </a:lnTo>
                <a:lnTo>
                  <a:pt x="9368" y="13122"/>
                </a:lnTo>
                <a:lnTo>
                  <a:pt x="9312" y="13078"/>
                </a:lnTo>
                <a:lnTo>
                  <a:pt x="9264" y="13022"/>
                </a:lnTo>
                <a:lnTo>
                  <a:pt x="9219" y="12944"/>
                </a:lnTo>
                <a:lnTo>
                  <a:pt x="9177" y="12856"/>
                </a:lnTo>
                <a:lnTo>
                  <a:pt x="9138" y="12733"/>
                </a:lnTo>
                <a:lnTo>
                  <a:pt x="9104" y="12622"/>
                </a:lnTo>
                <a:lnTo>
                  <a:pt x="9076" y="12467"/>
                </a:lnTo>
                <a:lnTo>
                  <a:pt x="9051" y="12322"/>
                </a:lnTo>
                <a:lnTo>
                  <a:pt x="9031" y="12167"/>
                </a:lnTo>
                <a:lnTo>
                  <a:pt x="9011" y="11989"/>
                </a:lnTo>
                <a:lnTo>
                  <a:pt x="8997" y="11822"/>
                </a:lnTo>
                <a:lnTo>
                  <a:pt x="8989" y="11633"/>
                </a:lnTo>
                <a:lnTo>
                  <a:pt x="8977" y="11456"/>
                </a:lnTo>
                <a:lnTo>
                  <a:pt x="8975" y="11267"/>
                </a:lnTo>
                <a:lnTo>
                  <a:pt x="8975" y="7011"/>
                </a:lnTo>
                <a:lnTo>
                  <a:pt x="8963" y="6967"/>
                </a:lnTo>
                <a:lnTo>
                  <a:pt x="8581" y="6967"/>
                </a:lnTo>
                <a:lnTo>
                  <a:pt x="8578" y="6989"/>
                </a:lnTo>
                <a:lnTo>
                  <a:pt x="8573" y="7011"/>
                </a:lnTo>
                <a:lnTo>
                  <a:pt x="8573" y="11422"/>
                </a:lnTo>
                <a:lnTo>
                  <a:pt x="8581" y="11767"/>
                </a:lnTo>
                <a:lnTo>
                  <a:pt x="8598" y="12089"/>
                </a:lnTo>
                <a:lnTo>
                  <a:pt x="8615" y="12411"/>
                </a:lnTo>
                <a:lnTo>
                  <a:pt x="8646" y="12722"/>
                </a:lnTo>
                <a:lnTo>
                  <a:pt x="8674" y="13011"/>
                </a:lnTo>
                <a:lnTo>
                  <a:pt x="8716" y="13278"/>
                </a:lnTo>
                <a:lnTo>
                  <a:pt x="8761" y="13522"/>
                </a:lnTo>
                <a:lnTo>
                  <a:pt x="8814" y="13756"/>
                </a:lnTo>
                <a:lnTo>
                  <a:pt x="8871" y="13956"/>
                </a:lnTo>
                <a:lnTo>
                  <a:pt x="8935" y="14133"/>
                </a:lnTo>
                <a:lnTo>
                  <a:pt x="9011" y="14289"/>
                </a:lnTo>
                <a:lnTo>
                  <a:pt x="9090" y="14400"/>
                </a:lnTo>
                <a:lnTo>
                  <a:pt x="9177" y="14500"/>
                </a:lnTo>
                <a:lnTo>
                  <a:pt x="9273" y="14556"/>
                </a:lnTo>
                <a:lnTo>
                  <a:pt x="9374" y="14567"/>
                </a:lnTo>
                <a:lnTo>
                  <a:pt x="9447" y="14556"/>
                </a:lnTo>
                <a:lnTo>
                  <a:pt x="9520" y="14500"/>
                </a:lnTo>
                <a:lnTo>
                  <a:pt x="9588" y="14422"/>
                </a:lnTo>
                <a:lnTo>
                  <a:pt x="9655" y="14322"/>
                </a:lnTo>
                <a:lnTo>
                  <a:pt x="9712" y="14211"/>
                </a:lnTo>
                <a:lnTo>
                  <a:pt x="9762" y="14056"/>
                </a:lnTo>
                <a:lnTo>
                  <a:pt x="9804" y="13922"/>
                </a:lnTo>
                <a:lnTo>
                  <a:pt x="9838" y="13767"/>
                </a:lnTo>
                <a:lnTo>
                  <a:pt x="9849" y="13756"/>
                </a:lnTo>
                <a:lnTo>
                  <a:pt x="9863" y="13733"/>
                </a:lnTo>
                <a:lnTo>
                  <a:pt x="9872" y="13756"/>
                </a:lnTo>
                <a:lnTo>
                  <a:pt x="9883" y="13789"/>
                </a:lnTo>
                <a:lnTo>
                  <a:pt x="9917" y="14344"/>
                </a:lnTo>
                <a:lnTo>
                  <a:pt x="9925" y="14400"/>
                </a:lnTo>
                <a:lnTo>
                  <a:pt x="9934" y="14422"/>
                </a:lnTo>
                <a:lnTo>
                  <a:pt x="10268" y="14422"/>
                </a:lnTo>
                <a:lnTo>
                  <a:pt x="10274" y="14400"/>
                </a:lnTo>
                <a:lnTo>
                  <a:pt x="10277" y="14378"/>
                </a:lnTo>
                <a:lnTo>
                  <a:pt x="10277" y="7011"/>
                </a:lnTo>
                <a:lnTo>
                  <a:pt x="10274" y="6989"/>
                </a:lnTo>
                <a:lnTo>
                  <a:pt x="10268" y="6967"/>
                </a:lnTo>
                <a:lnTo>
                  <a:pt x="10260" y="6967"/>
                </a:lnTo>
                <a:close/>
                <a:moveTo>
                  <a:pt x="12490" y="13067"/>
                </a:moveTo>
                <a:lnTo>
                  <a:pt x="12381" y="13067"/>
                </a:lnTo>
                <a:lnTo>
                  <a:pt x="12355" y="13022"/>
                </a:lnTo>
                <a:lnTo>
                  <a:pt x="12333" y="12989"/>
                </a:lnTo>
                <a:lnTo>
                  <a:pt x="12313" y="12933"/>
                </a:lnTo>
                <a:lnTo>
                  <a:pt x="12299" y="12856"/>
                </a:lnTo>
                <a:lnTo>
                  <a:pt x="12288" y="12756"/>
                </a:lnTo>
                <a:lnTo>
                  <a:pt x="12282" y="12678"/>
                </a:lnTo>
                <a:lnTo>
                  <a:pt x="12279" y="12589"/>
                </a:lnTo>
                <a:lnTo>
                  <a:pt x="12279" y="9544"/>
                </a:lnTo>
                <a:lnTo>
                  <a:pt x="12274" y="9222"/>
                </a:lnTo>
                <a:lnTo>
                  <a:pt x="12265" y="8922"/>
                </a:lnTo>
                <a:lnTo>
                  <a:pt x="12246" y="8633"/>
                </a:lnTo>
                <a:lnTo>
                  <a:pt x="12220" y="8367"/>
                </a:lnTo>
                <a:lnTo>
                  <a:pt x="12187" y="8122"/>
                </a:lnTo>
                <a:lnTo>
                  <a:pt x="12147" y="7889"/>
                </a:lnTo>
                <a:lnTo>
                  <a:pt x="12105" y="7678"/>
                </a:lnTo>
                <a:lnTo>
                  <a:pt x="12057" y="7511"/>
                </a:lnTo>
                <a:lnTo>
                  <a:pt x="11998" y="7333"/>
                </a:lnTo>
                <a:lnTo>
                  <a:pt x="11936" y="7200"/>
                </a:lnTo>
                <a:lnTo>
                  <a:pt x="11863" y="7089"/>
                </a:lnTo>
                <a:lnTo>
                  <a:pt x="11790" y="6989"/>
                </a:lnTo>
                <a:lnTo>
                  <a:pt x="11714" y="6911"/>
                </a:lnTo>
                <a:lnTo>
                  <a:pt x="11627" y="6856"/>
                </a:lnTo>
                <a:lnTo>
                  <a:pt x="11540" y="6822"/>
                </a:lnTo>
                <a:lnTo>
                  <a:pt x="11360" y="6822"/>
                </a:lnTo>
                <a:lnTo>
                  <a:pt x="11284" y="6856"/>
                </a:lnTo>
                <a:lnTo>
                  <a:pt x="11205" y="6911"/>
                </a:lnTo>
                <a:lnTo>
                  <a:pt x="11135" y="6967"/>
                </a:lnTo>
                <a:lnTo>
                  <a:pt x="11062" y="7067"/>
                </a:lnTo>
                <a:lnTo>
                  <a:pt x="10994" y="7178"/>
                </a:lnTo>
                <a:lnTo>
                  <a:pt x="10929" y="7311"/>
                </a:lnTo>
                <a:lnTo>
                  <a:pt x="10873" y="7467"/>
                </a:lnTo>
                <a:lnTo>
                  <a:pt x="10814" y="7644"/>
                </a:lnTo>
                <a:lnTo>
                  <a:pt x="10766" y="7833"/>
                </a:lnTo>
                <a:lnTo>
                  <a:pt x="10727" y="8044"/>
                </a:lnTo>
                <a:lnTo>
                  <a:pt x="10687" y="8267"/>
                </a:lnTo>
                <a:lnTo>
                  <a:pt x="10659" y="8522"/>
                </a:lnTo>
                <a:lnTo>
                  <a:pt x="10640" y="8800"/>
                </a:lnTo>
                <a:lnTo>
                  <a:pt x="10626" y="9089"/>
                </a:lnTo>
                <a:lnTo>
                  <a:pt x="10620" y="9411"/>
                </a:lnTo>
                <a:lnTo>
                  <a:pt x="10626" y="9433"/>
                </a:lnTo>
                <a:lnTo>
                  <a:pt x="10626" y="9456"/>
                </a:lnTo>
                <a:lnTo>
                  <a:pt x="10637" y="9478"/>
                </a:lnTo>
                <a:lnTo>
                  <a:pt x="10640" y="9489"/>
                </a:lnTo>
                <a:lnTo>
                  <a:pt x="11002" y="9489"/>
                </a:lnTo>
                <a:lnTo>
                  <a:pt x="11014" y="9478"/>
                </a:lnTo>
                <a:lnTo>
                  <a:pt x="11017" y="9456"/>
                </a:lnTo>
                <a:lnTo>
                  <a:pt x="11022" y="9433"/>
                </a:lnTo>
                <a:lnTo>
                  <a:pt x="11022" y="9411"/>
                </a:lnTo>
                <a:lnTo>
                  <a:pt x="11028" y="9189"/>
                </a:lnTo>
                <a:lnTo>
                  <a:pt x="11036" y="9067"/>
                </a:lnTo>
                <a:lnTo>
                  <a:pt x="11062" y="8867"/>
                </a:lnTo>
                <a:lnTo>
                  <a:pt x="11076" y="8767"/>
                </a:lnTo>
                <a:lnTo>
                  <a:pt x="11095" y="8689"/>
                </a:lnTo>
                <a:lnTo>
                  <a:pt x="11118" y="8589"/>
                </a:lnTo>
                <a:lnTo>
                  <a:pt x="11149" y="8522"/>
                </a:lnTo>
                <a:lnTo>
                  <a:pt x="11177" y="8456"/>
                </a:lnTo>
                <a:lnTo>
                  <a:pt x="11211" y="8400"/>
                </a:lnTo>
                <a:lnTo>
                  <a:pt x="11250" y="8344"/>
                </a:lnTo>
                <a:lnTo>
                  <a:pt x="11292" y="8311"/>
                </a:lnTo>
                <a:lnTo>
                  <a:pt x="11337" y="8289"/>
                </a:lnTo>
                <a:lnTo>
                  <a:pt x="11391" y="8267"/>
                </a:lnTo>
                <a:lnTo>
                  <a:pt x="11444" y="8256"/>
                </a:lnTo>
                <a:lnTo>
                  <a:pt x="11514" y="8267"/>
                </a:lnTo>
                <a:lnTo>
                  <a:pt x="11579" y="8289"/>
                </a:lnTo>
                <a:lnTo>
                  <a:pt x="11632" y="8322"/>
                </a:lnTo>
                <a:lnTo>
                  <a:pt x="11680" y="8389"/>
                </a:lnTo>
                <a:lnTo>
                  <a:pt x="11722" y="8444"/>
                </a:lnTo>
                <a:lnTo>
                  <a:pt x="11756" y="8522"/>
                </a:lnTo>
                <a:lnTo>
                  <a:pt x="11784" y="8611"/>
                </a:lnTo>
                <a:lnTo>
                  <a:pt x="11815" y="8711"/>
                </a:lnTo>
                <a:lnTo>
                  <a:pt x="11835" y="8800"/>
                </a:lnTo>
                <a:lnTo>
                  <a:pt x="11849" y="8900"/>
                </a:lnTo>
                <a:lnTo>
                  <a:pt x="11858" y="9000"/>
                </a:lnTo>
                <a:lnTo>
                  <a:pt x="11869" y="9089"/>
                </a:lnTo>
                <a:lnTo>
                  <a:pt x="11877" y="9300"/>
                </a:lnTo>
                <a:lnTo>
                  <a:pt x="11877" y="9544"/>
                </a:lnTo>
                <a:lnTo>
                  <a:pt x="11872" y="9622"/>
                </a:lnTo>
                <a:lnTo>
                  <a:pt x="11863" y="9678"/>
                </a:lnTo>
                <a:lnTo>
                  <a:pt x="11849" y="9756"/>
                </a:lnTo>
                <a:lnTo>
                  <a:pt x="11835" y="9811"/>
                </a:lnTo>
                <a:lnTo>
                  <a:pt x="11810" y="9856"/>
                </a:lnTo>
                <a:lnTo>
                  <a:pt x="11784" y="9889"/>
                </a:lnTo>
                <a:lnTo>
                  <a:pt x="11374" y="9889"/>
                </a:lnTo>
                <a:lnTo>
                  <a:pt x="11278" y="9911"/>
                </a:lnTo>
                <a:lnTo>
                  <a:pt x="11185" y="9956"/>
                </a:lnTo>
                <a:lnTo>
                  <a:pt x="11101" y="10011"/>
                </a:lnTo>
                <a:lnTo>
                  <a:pt x="11017" y="10089"/>
                </a:lnTo>
                <a:lnTo>
                  <a:pt x="10946" y="10178"/>
                </a:lnTo>
                <a:lnTo>
                  <a:pt x="10876" y="10289"/>
                </a:lnTo>
                <a:lnTo>
                  <a:pt x="10820" y="10422"/>
                </a:lnTo>
                <a:lnTo>
                  <a:pt x="10761" y="10578"/>
                </a:lnTo>
                <a:lnTo>
                  <a:pt x="10713" y="10733"/>
                </a:lnTo>
                <a:lnTo>
                  <a:pt x="10673" y="10900"/>
                </a:lnTo>
                <a:lnTo>
                  <a:pt x="10640" y="11100"/>
                </a:lnTo>
                <a:lnTo>
                  <a:pt x="10612" y="11311"/>
                </a:lnTo>
                <a:lnTo>
                  <a:pt x="10586" y="11511"/>
                </a:lnTo>
                <a:lnTo>
                  <a:pt x="10572" y="11744"/>
                </a:lnTo>
                <a:lnTo>
                  <a:pt x="10564" y="11978"/>
                </a:lnTo>
                <a:lnTo>
                  <a:pt x="10558" y="12200"/>
                </a:lnTo>
                <a:lnTo>
                  <a:pt x="10564" y="12467"/>
                </a:lnTo>
                <a:lnTo>
                  <a:pt x="10569" y="12700"/>
                </a:lnTo>
                <a:lnTo>
                  <a:pt x="10583" y="12933"/>
                </a:lnTo>
                <a:lnTo>
                  <a:pt x="10603" y="13156"/>
                </a:lnTo>
                <a:lnTo>
                  <a:pt x="10631" y="13367"/>
                </a:lnTo>
                <a:lnTo>
                  <a:pt x="10659" y="13556"/>
                </a:lnTo>
                <a:lnTo>
                  <a:pt x="10699" y="13733"/>
                </a:lnTo>
                <a:lnTo>
                  <a:pt x="10741" y="13900"/>
                </a:lnTo>
                <a:lnTo>
                  <a:pt x="10792" y="14056"/>
                </a:lnTo>
                <a:lnTo>
                  <a:pt x="10842" y="14189"/>
                </a:lnTo>
                <a:lnTo>
                  <a:pt x="10907" y="14300"/>
                </a:lnTo>
                <a:lnTo>
                  <a:pt x="10974" y="14400"/>
                </a:lnTo>
                <a:lnTo>
                  <a:pt x="11047" y="14478"/>
                </a:lnTo>
                <a:lnTo>
                  <a:pt x="11123" y="14533"/>
                </a:lnTo>
                <a:lnTo>
                  <a:pt x="11211" y="14556"/>
                </a:lnTo>
                <a:lnTo>
                  <a:pt x="11303" y="14567"/>
                </a:lnTo>
                <a:lnTo>
                  <a:pt x="11413" y="14556"/>
                </a:lnTo>
                <a:lnTo>
                  <a:pt x="11520" y="14500"/>
                </a:lnTo>
                <a:lnTo>
                  <a:pt x="11616" y="14400"/>
                </a:lnTo>
                <a:lnTo>
                  <a:pt x="11700" y="14289"/>
                </a:lnTo>
                <a:lnTo>
                  <a:pt x="11770" y="14156"/>
                </a:lnTo>
                <a:lnTo>
                  <a:pt x="11835" y="14022"/>
                </a:lnTo>
                <a:lnTo>
                  <a:pt x="11888" y="13867"/>
                </a:lnTo>
                <a:lnTo>
                  <a:pt x="11925" y="13711"/>
                </a:lnTo>
                <a:lnTo>
                  <a:pt x="11936" y="13689"/>
                </a:lnTo>
                <a:lnTo>
                  <a:pt x="11956" y="13689"/>
                </a:lnTo>
                <a:lnTo>
                  <a:pt x="11959" y="13733"/>
                </a:lnTo>
                <a:lnTo>
                  <a:pt x="11990" y="13889"/>
                </a:lnTo>
                <a:lnTo>
                  <a:pt x="12018" y="14022"/>
                </a:lnTo>
                <a:lnTo>
                  <a:pt x="12057" y="14156"/>
                </a:lnTo>
                <a:lnTo>
                  <a:pt x="12099" y="14244"/>
                </a:lnTo>
                <a:lnTo>
                  <a:pt x="12147" y="14322"/>
                </a:lnTo>
                <a:lnTo>
                  <a:pt x="12206" y="14378"/>
                </a:lnTo>
                <a:lnTo>
                  <a:pt x="12268" y="14422"/>
                </a:lnTo>
                <a:lnTo>
                  <a:pt x="12502" y="14422"/>
                </a:lnTo>
                <a:lnTo>
                  <a:pt x="12504" y="14400"/>
                </a:lnTo>
                <a:lnTo>
                  <a:pt x="12510" y="14378"/>
                </a:lnTo>
                <a:lnTo>
                  <a:pt x="12510" y="13100"/>
                </a:lnTo>
                <a:lnTo>
                  <a:pt x="12502" y="13067"/>
                </a:lnTo>
                <a:lnTo>
                  <a:pt x="12490" y="13067"/>
                </a:lnTo>
                <a:close/>
                <a:moveTo>
                  <a:pt x="11877" y="11367"/>
                </a:moveTo>
                <a:lnTo>
                  <a:pt x="11877" y="11511"/>
                </a:lnTo>
                <a:lnTo>
                  <a:pt x="11872" y="11667"/>
                </a:lnTo>
                <a:lnTo>
                  <a:pt x="11863" y="11822"/>
                </a:lnTo>
                <a:lnTo>
                  <a:pt x="11849" y="11978"/>
                </a:lnTo>
                <a:lnTo>
                  <a:pt x="11829" y="12122"/>
                </a:lnTo>
                <a:lnTo>
                  <a:pt x="11804" y="12278"/>
                </a:lnTo>
                <a:lnTo>
                  <a:pt x="11776" y="12433"/>
                </a:lnTo>
                <a:lnTo>
                  <a:pt x="11748" y="12544"/>
                </a:lnTo>
                <a:lnTo>
                  <a:pt x="11708" y="12678"/>
                </a:lnTo>
                <a:lnTo>
                  <a:pt x="11666" y="12800"/>
                </a:lnTo>
                <a:lnTo>
                  <a:pt x="11621" y="12889"/>
                </a:lnTo>
                <a:lnTo>
                  <a:pt x="11568" y="12967"/>
                </a:lnTo>
                <a:lnTo>
                  <a:pt x="11512" y="13044"/>
                </a:lnTo>
                <a:lnTo>
                  <a:pt x="11447" y="13100"/>
                </a:lnTo>
                <a:lnTo>
                  <a:pt x="11374" y="13122"/>
                </a:lnTo>
                <a:lnTo>
                  <a:pt x="11303" y="13144"/>
                </a:lnTo>
                <a:lnTo>
                  <a:pt x="11256" y="13144"/>
                </a:lnTo>
                <a:lnTo>
                  <a:pt x="11211" y="13122"/>
                </a:lnTo>
                <a:lnTo>
                  <a:pt x="11171" y="13078"/>
                </a:lnTo>
                <a:lnTo>
                  <a:pt x="11104" y="13011"/>
                </a:lnTo>
                <a:lnTo>
                  <a:pt x="11081" y="12944"/>
                </a:lnTo>
                <a:lnTo>
                  <a:pt x="11050" y="12889"/>
                </a:lnTo>
                <a:lnTo>
                  <a:pt x="11031" y="12833"/>
                </a:lnTo>
                <a:lnTo>
                  <a:pt x="10997" y="12678"/>
                </a:lnTo>
                <a:lnTo>
                  <a:pt x="10974" y="12533"/>
                </a:lnTo>
                <a:lnTo>
                  <a:pt x="10963" y="12378"/>
                </a:lnTo>
                <a:lnTo>
                  <a:pt x="10960" y="12200"/>
                </a:lnTo>
                <a:lnTo>
                  <a:pt x="10960" y="12033"/>
                </a:lnTo>
                <a:lnTo>
                  <a:pt x="10974" y="11856"/>
                </a:lnTo>
                <a:lnTo>
                  <a:pt x="10983" y="11767"/>
                </a:lnTo>
                <a:lnTo>
                  <a:pt x="10997" y="11689"/>
                </a:lnTo>
                <a:lnTo>
                  <a:pt x="11014" y="11589"/>
                </a:lnTo>
                <a:lnTo>
                  <a:pt x="11036" y="11511"/>
                </a:lnTo>
                <a:lnTo>
                  <a:pt x="11062" y="11456"/>
                </a:lnTo>
                <a:lnTo>
                  <a:pt x="11090" y="11378"/>
                </a:lnTo>
                <a:lnTo>
                  <a:pt x="11123" y="11322"/>
                </a:lnTo>
                <a:lnTo>
                  <a:pt x="11168" y="11267"/>
                </a:lnTo>
                <a:lnTo>
                  <a:pt x="11211" y="11233"/>
                </a:lnTo>
                <a:lnTo>
                  <a:pt x="11264" y="11211"/>
                </a:lnTo>
                <a:lnTo>
                  <a:pt x="11323" y="11189"/>
                </a:lnTo>
                <a:lnTo>
                  <a:pt x="11391" y="11178"/>
                </a:lnTo>
                <a:lnTo>
                  <a:pt x="11863" y="11178"/>
                </a:lnTo>
                <a:lnTo>
                  <a:pt x="11869" y="11189"/>
                </a:lnTo>
                <a:lnTo>
                  <a:pt x="11872" y="11189"/>
                </a:lnTo>
                <a:lnTo>
                  <a:pt x="11877" y="11233"/>
                </a:lnTo>
                <a:lnTo>
                  <a:pt x="11877" y="11367"/>
                </a:lnTo>
                <a:close/>
                <a:moveTo>
                  <a:pt x="13694" y="6822"/>
                </a:moveTo>
                <a:lnTo>
                  <a:pt x="13618" y="6833"/>
                </a:lnTo>
                <a:lnTo>
                  <a:pt x="13545" y="6878"/>
                </a:lnTo>
                <a:lnTo>
                  <a:pt x="13477" y="6956"/>
                </a:lnTo>
                <a:lnTo>
                  <a:pt x="13416" y="7067"/>
                </a:lnTo>
                <a:lnTo>
                  <a:pt x="13351" y="7178"/>
                </a:lnTo>
                <a:lnTo>
                  <a:pt x="13303" y="7311"/>
                </a:lnTo>
                <a:lnTo>
                  <a:pt x="13261" y="7467"/>
                </a:lnTo>
                <a:lnTo>
                  <a:pt x="13224" y="7600"/>
                </a:lnTo>
                <a:lnTo>
                  <a:pt x="13216" y="7644"/>
                </a:lnTo>
                <a:lnTo>
                  <a:pt x="13207" y="7656"/>
                </a:lnTo>
                <a:lnTo>
                  <a:pt x="13191" y="7644"/>
                </a:lnTo>
                <a:lnTo>
                  <a:pt x="13188" y="7600"/>
                </a:lnTo>
                <a:lnTo>
                  <a:pt x="13148" y="7033"/>
                </a:lnTo>
                <a:lnTo>
                  <a:pt x="13140" y="6989"/>
                </a:lnTo>
                <a:lnTo>
                  <a:pt x="13134" y="6967"/>
                </a:lnTo>
                <a:lnTo>
                  <a:pt x="12797" y="6967"/>
                </a:lnTo>
                <a:lnTo>
                  <a:pt x="12786" y="7011"/>
                </a:lnTo>
                <a:lnTo>
                  <a:pt x="12786" y="14378"/>
                </a:lnTo>
                <a:lnTo>
                  <a:pt x="12797" y="14422"/>
                </a:lnTo>
                <a:lnTo>
                  <a:pt x="13174" y="14422"/>
                </a:lnTo>
                <a:lnTo>
                  <a:pt x="13182" y="14400"/>
                </a:lnTo>
                <a:lnTo>
                  <a:pt x="13182" y="14378"/>
                </a:lnTo>
                <a:lnTo>
                  <a:pt x="13188" y="14344"/>
                </a:lnTo>
                <a:lnTo>
                  <a:pt x="13188" y="10044"/>
                </a:lnTo>
                <a:lnTo>
                  <a:pt x="13191" y="9856"/>
                </a:lnTo>
                <a:lnTo>
                  <a:pt x="13202" y="9678"/>
                </a:lnTo>
                <a:lnTo>
                  <a:pt x="13210" y="9489"/>
                </a:lnTo>
                <a:lnTo>
                  <a:pt x="13230" y="9322"/>
                </a:lnTo>
                <a:lnTo>
                  <a:pt x="13269" y="9011"/>
                </a:lnTo>
                <a:lnTo>
                  <a:pt x="13297" y="8867"/>
                </a:lnTo>
                <a:lnTo>
                  <a:pt x="13328" y="8733"/>
                </a:lnTo>
                <a:lnTo>
                  <a:pt x="13362" y="8611"/>
                </a:lnTo>
                <a:lnTo>
                  <a:pt x="13399" y="8522"/>
                </a:lnTo>
                <a:lnTo>
                  <a:pt x="13438" y="8422"/>
                </a:lnTo>
                <a:lnTo>
                  <a:pt x="13483" y="8344"/>
                </a:lnTo>
                <a:lnTo>
                  <a:pt x="13531" y="8311"/>
                </a:lnTo>
                <a:lnTo>
                  <a:pt x="13584" y="8267"/>
                </a:lnTo>
                <a:lnTo>
                  <a:pt x="13638" y="8256"/>
                </a:lnTo>
                <a:lnTo>
                  <a:pt x="13694" y="8267"/>
                </a:lnTo>
                <a:lnTo>
                  <a:pt x="13753" y="8311"/>
                </a:lnTo>
                <a:lnTo>
                  <a:pt x="13801" y="8367"/>
                </a:lnTo>
                <a:lnTo>
                  <a:pt x="13849" y="8444"/>
                </a:lnTo>
                <a:lnTo>
                  <a:pt x="13888" y="8533"/>
                </a:lnTo>
                <a:lnTo>
                  <a:pt x="13928" y="8656"/>
                </a:lnTo>
                <a:lnTo>
                  <a:pt x="13961" y="8767"/>
                </a:lnTo>
                <a:lnTo>
                  <a:pt x="13989" y="8900"/>
                </a:lnTo>
                <a:lnTo>
                  <a:pt x="14015" y="9056"/>
                </a:lnTo>
                <a:lnTo>
                  <a:pt x="14037" y="9222"/>
                </a:lnTo>
                <a:lnTo>
                  <a:pt x="14051" y="9400"/>
                </a:lnTo>
                <a:lnTo>
                  <a:pt x="14065" y="9567"/>
                </a:lnTo>
                <a:lnTo>
                  <a:pt x="14077" y="9744"/>
                </a:lnTo>
                <a:lnTo>
                  <a:pt x="14085" y="9933"/>
                </a:lnTo>
                <a:lnTo>
                  <a:pt x="14091" y="10122"/>
                </a:lnTo>
                <a:lnTo>
                  <a:pt x="14091" y="14344"/>
                </a:lnTo>
                <a:lnTo>
                  <a:pt x="14096" y="14378"/>
                </a:lnTo>
                <a:lnTo>
                  <a:pt x="14096" y="14400"/>
                </a:lnTo>
                <a:lnTo>
                  <a:pt x="14105" y="14422"/>
                </a:lnTo>
                <a:lnTo>
                  <a:pt x="14482" y="14422"/>
                </a:lnTo>
                <a:lnTo>
                  <a:pt x="14493" y="14400"/>
                </a:lnTo>
                <a:lnTo>
                  <a:pt x="14493" y="14378"/>
                </a:lnTo>
                <a:lnTo>
                  <a:pt x="14496" y="14344"/>
                </a:lnTo>
                <a:lnTo>
                  <a:pt x="14496" y="10311"/>
                </a:lnTo>
                <a:lnTo>
                  <a:pt x="14493" y="9956"/>
                </a:lnTo>
                <a:lnTo>
                  <a:pt x="14482" y="9622"/>
                </a:lnTo>
                <a:lnTo>
                  <a:pt x="14467" y="9278"/>
                </a:lnTo>
                <a:lnTo>
                  <a:pt x="14448" y="8956"/>
                </a:lnTo>
                <a:lnTo>
                  <a:pt x="14425" y="8667"/>
                </a:lnTo>
                <a:lnTo>
                  <a:pt x="14392" y="8367"/>
                </a:lnTo>
                <a:lnTo>
                  <a:pt x="14352" y="8100"/>
                </a:lnTo>
                <a:lnTo>
                  <a:pt x="14304" y="7844"/>
                </a:lnTo>
                <a:lnTo>
                  <a:pt x="14254" y="7622"/>
                </a:lnTo>
                <a:lnTo>
                  <a:pt x="14192" y="7433"/>
                </a:lnTo>
                <a:lnTo>
                  <a:pt x="14130" y="7233"/>
                </a:lnTo>
                <a:lnTo>
                  <a:pt x="14057" y="7089"/>
                </a:lnTo>
                <a:lnTo>
                  <a:pt x="13975" y="6967"/>
                </a:lnTo>
                <a:lnTo>
                  <a:pt x="13888" y="6889"/>
                </a:lnTo>
                <a:lnTo>
                  <a:pt x="13795" y="6833"/>
                </a:lnTo>
                <a:lnTo>
                  <a:pt x="13694" y="6822"/>
                </a:lnTo>
                <a:close/>
                <a:moveTo>
                  <a:pt x="15792" y="6967"/>
                </a:moveTo>
                <a:lnTo>
                  <a:pt x="15396" y="6967"/>
                </a:lnTo>
                <a:lnTo>
                  <a:pt x="15390" y="6956"/>
                </a:lnTo>
                <a:lnTo>
                  <a:pt x="15384" y="6933"/>
                </a:lnTo>
                <a:lnTo>
                  <a:pt x="15382" y="6911"/>
                </a:lnTo>
                <a:lnTo>
                  <a:pt x="15382" y="4889"/>
                </a:lnTo>
                <a:lnTo>
                  <a:pt x="15376" y="4867"/>
                </a:lnTo>
                <a:lnTo>
                  <a:pt x="15376" y="4856"/>
                </a:lnTo>
                <a:lnTo>
                  <a:pt x="15368" y="4833"/>
                </a:lnTo>
                <a:lnTo>
                  <a:pt x="14985" y="4833"/>
                </a:lnTo>
                <a:lnTo>
                  <a:pt x="14979" y="4856"/>
                </a:lnTo>
                <a:lnTo>
                  <a:pt x="14974" y="4867"/>
                </a:lnTo>
                <a:lnTo>
                  <a:pt x="14974" y="6911"/>
                </a:lnTo>
                <a:lnTo>
                  <a:pt x="14971" y="6933"/>
                </a:lnTo>
                <a:lnTo>
                  <a:pt x="14965" y="6956"/>
                </a:lnTo>
                <a:lnTo>
                  <a:pt x="14957" y="6967"/>
                </a:lnTo>
                <a:lnTo>
                  <a:pt x="14631" y="6967"/>
                </a:lnTo>
                <a:lnTo>
                  <a:pt x="14628" y="6989"/>
                </a:lnTo>
                <a:lnTo>
                  <a:pt x="14622" y="7011"/>
                </a:lnTo>
                <a:lnTo>
                  <a:pt x="14622" y="8256"/>
                </a:lnTo>
                <a:lnTo>
                  <a:pt x="14628" y="8267"/>
                </a:lnTo>
                <a:lnTo>
                  <a:pt x="14631" y="8289"/>
                </a:lnTo>
                <a:lnTo>
                  <a:pt x="14965" y="8289"/>
                </a:lnTo>
                <a:lnTo>
                  <a:pt x="14974" y="8322"/>
                </a:lnTo>
                <a:lnTo>
                  <a:pt x="14974" y="12333"/>
                </a:lnTo>
                <a:lnTo>
                  <a:pt x="14979" y="12600"/>
                </a:lnTo>
                <a:lnTo>
                  <a:pt x="14985" y="12856"/>
                </a:lnTo>
                <a:lnTo>
                  <a:pt x="14991" y="13078"/>
                </a:lnTo>
                <a:lnTo>
                  <a:pt x="15005" y="13289"/>
                </a:lnTo>
                <a:lnTo>
                  <a:pt x="15024" y="13478"/>
                </a:lnTo>
                <a:lnTo>
                  <a:pt x="15044" y="13656"/>
                </a:lnTo>
                <a:lnTo>
                  <a:pt x="15067" y="13811"/>
                </a:lnTo>
                <a:lnTo>
                  <a:pt x="15095" y="13944"/>
                </a:lnTo>
                <a:lnTo>
                  <a:pt x="15128" y="14056"/>
                </a:lnTo>
                <a:lnTo>
                  <a:pt x="15168" y="14156"/>
                </a:lnTo>
                <a:lnTo>
                  <a:pt x="15213" y="14233"/>
                </a:lnTo>
                <a:lnTo>
                  <a:pt x="15308" y="14367"/>
                </a:lnTo>
                <a:lnTo>
                  <a:pt x="15368" y="14400"/>
                </a:lnTo>
                <a:lnTo>
                  <a:pt x="15429" y="14422"/>
                </a:lnTo>
                <a:lnTo>
                  <a:pt x="15798" y="14422"/>
                </a:lnTo>
                <a:lnTo>
                  <a:pt x="15801" y="14400"/>
                </a:lnTo>
                <a:lnTo>
                  <a:pt x="15806" y="14378"/>
                </a:lnTo>
                <a:lnTo>
                  <a:pt x="15806" y="13044"/>
                </a:lnTo>
                <a:lnTo>
                  <a:pt x="15801" y="13011"/>
                </a:lnTo>
                <a:lnTo>
                  <a:pt x="15798" y="13011"/>
                </a:lnTo>
                <a:lnTo>
                  <a:pt x="15792" y="12989"/>
                </a:lnTo>
                <a:lnTo>
                  <a:pt x="15505" y="12989"/>
                </a:lnTo>
                <a:lnTo>
                  <a:pt x="15472" y="12944"/>
                </a:lnTo>
                <a:lnTo>
                  <a:pt x="15443" y="12889"/>
                </a:lnTo>
                <a:lnTo>
                  <a:pt x="15421" y="12833"/>
                </a:lnTo>
                <a:lnTo>
                  <a:pt x="15401" y="12733"/>
                </a:lnTo>
                <a:lnTo>
                  <a:pt x="15390" y="12644"/>
                </a:lnTo>
                <a:lnTo>
                  <a:pt x="15382" y="12533"/>
                </a:lnTo>
                <a:lnTo>
                  <a:pt x="15382" y="8322"/>
                </a:lnTo>
                <a:lnTo>
                  <a:pt x="15390" y="8289"/>
                </a:lnTo>
                <a:lnTo>
                  <a:pt x="15798" y="8289"/>
                </a:lnTo>
                <a:lnTo>
                  <a:pt x="15801" y="8267"/>
                </a:lnTo>
                <a:lnTo>
                  <a:pt x="15806" y="8256"/>
                </a:lnTo>
                <a:lnTo>
                  <a:pt x="15806" y="7011"/>
                </a:lnTo>
                <a:lnTo>
                  <a:pt x="15801" y="6989"/>
                </a:lnTo>
                <a:lnTo>
                  <a:pt x="15798" y="6967"/>
                </a:lnTo>
                <a:lnTo>
                  <a:pt x="15792" y="6967"/>
                </a:lnTo>
                <a:close/>
                <a:moveTo>
                  <a:pt x="18512" y="6967"/>
                </a:moveTo>
                <a:lnTo>
                  <a:pt x="18146" y="6967"/>
                </a:lnTo>
                <a:lnTo>
                  <a:pt x="18135" y="6989"/>
                </a:lnTo>
                <a:lnTo>
                  <a:pt x="18135" y="7011"/>
                </a:lnTo>
                <a:lnTo>
                  <a:pt x="18129" y="7033"/>
                </a:lnTo>
                <a:lnTo>
                  <a:pt x="18129" y="11344"/>
                </a:lnTo>
                <a:lnTo>
                  <a:pt x="18127" y="11533"/>
                </a:lnTo>
                <a:lnTo>
                  <a:pt x="18115" y="11711"/>
                </a:lnTo>
                <a:lnTo>
                  <a:pt x="18107" y="11878"/>
                </a:lnTo>
                <a:lnTo>
                  <a:pt x="18087" y="12056"/>
                </a:lnTo>
                <a:lnTo>
                  <a:pt x="18068" y="12222"/>
                </a:lnTo>
                <a:lnTo>
                  <a:pt x="18048" y="12378"/>
                </a:lnTo>
                <a:lnTo>
                  <a:pt x="17992" y="12644"/>
                </a:lnTo>
                <a:lnTo>
                  <a:pt x="17958" y="12778"/>
                </a:lnTo>
                <a:lnTo>
                  <a:pt x="17918" y="12867"/>
                </a:lnTo>
                <a:lnTo>
                  <a:pt x="17879" y="12967"/>
                </a:lnTo>
                <a:lnTo>
                  <a:pt x="17837" y="13022"/>
                </a:lnTo>
                <a:lnTo>
                  <a:pt x="17786" y="13078"/>
                </a:lnTo>
                <a:lnTo>
                  <a:pt x="17736" y="13122"/>
                </a:lnTo>
                <a:lnTo>
                  <a:pt x="17623" y="13122"/>
                </a:lnTo>
                <a:lnTo>
                  <a:pt x="17564" y="13078"/>
                </a:lnTo>
                <a:lnTo>
                  <a:pt x="17516" y="13022"/>
                </a:lnTo>
                <a:lnTo>
                  <a:pt x="17468" y="12944"/>
                </a:lnTo>
                <a:lnTo>
                  <a:pt x="17429" y="12856"/>
                </a:lnTo>
                <a:lnTo>
                  <a:pt x="17393" y="12733"/>
                </a:lnTo>
                <a:lnTo>
                  <a:pt x="17356" y="12622"/>
                </a:lnTo>
                <a:lnTo>
                  <a:pt x="17328" y="12467"/>
                </a:lnTo>
                <a:lnTo>
                  <a:pt x="17305" y="12322"/>
                </a:lnTo>
                <a:lnTo>
                  <a:pt x="17280" y="12167"/>
                </a:lnTo>
                <a:lnTo>
                  <a:pt x="17266" y="11989"/>
                </a:lnTo>
                <a:lnTo>
                  <a:pt x="17252" y="11822"/>
                </a:lnTo>
                <a:lnTo>
                  <a:pt x="17241" y="11633"/>
                </a:lnTo>
                <a:lnTo>
                  <a:pt x="17232" y="11456"/>
                </a:lnTo>
                <a:lnTo>
                  <a:pt x="17227" y="11267"/>
                </a:lnTo>
                <a:lnTo>
                  <a:pt x="17227" y="7033"/>
                </a:lnTo>
                <a:lnTo>
                  <a:pt x="17221" y="7011"/>
                </a:lnTo>
                <a:lnTo>
                  <a:pt x="17221" y="6989"/>
                </a:lnTo>
                <a:lnTo>
                  <a:pt x="17213" y="6967"/>
                </a:lnTo>
                <a:lnTo>
                  <a:pt x="16836" y="6967"/>
                </a:lnTo>
                <a:lnTo>
                  <a:pt x="16824" y="6989"/>
                </a:lnTo>
                <a:lnTo>
                  <a:pt x="16824" y="7011"/>
                </a:lnTo>
                <a:lnTo>
                  <a:pt x="16822" y="7033"/>
                </a:lnTo>
                <a:lnTo>
                  <a:pt x="16822" y="11078"/>
                </a:lnTo>
                <a:lnTo>
                  <a:pt x="16824" y="11422"/>
                </a:lnTo>
                <a:lnTo>
                  <a:pt x="16836" y="11767"/>
                </a:lnTo>
                <a:lnTo>
                  <a:pt x="16850" y="12089"/>
                </a:lnTo>
                <a:lnTo>
                  <a:pt x="16869" y="12411"/>
                </a:lnTo>
                <a:lnTo>
                  <a:pt x="16895" y="12722"/>
                </a:lnTo>
                <a:lnTo>
                  <a:pt x="16928" y="13011"/>
                </a:lnTo>
                <a:lnTo>
                  <a:pt x="16965" y="13278"/>
                </a:lnTo>
                <a:lnTo>
                  <a:pt x="17016" y="13522"/>
                </a:lnTo>
                <a:lnTo>
                  <a:pt x="17063" y="13756"/>
                </a:lnTo>
                <a:lnTo>
                  <a:pt x="17125" y="13956"/>
                </a:lnTo>
                <a:lnTo>
                  <a:pt x="17187" y="14133"/>
                </a:lnTo>
                <a:lnTo>
                  <a:pt x="17260" y="14289"/>
                </a:lnTo>
                <a:lnTo>
                  <a:pt x="17342" y="14400"/>
                </a:lnTo>
                <a:lnTo>
                  <a:pt x="17429" y="14500"/>
                </a:lnTo>
                <a:lnTo>
                  <a:pt x="17522" y="14556"/>
                </a:lnTo>
                <a:lnTo>
                  <a:pt x="17623" y="14567"/>
                </a:lnTo>
                <a:lnTo>
                  <a:pt x="17699" y="14556"/>
                </a:lnTo>
                <a:lnTo>
                  <a:pt x="17772" y="14500"/>
                </a:lnTo>
                <a:lnTo>
                  <a:pt x="17840" y="14422"/>
                </a:lnTo>
                <a:lnTo>
                  <a:pt x="17904" y="14322"/>
                </a:lnTo>
                <a:lnTo>
                  <a:pt x="17966" y="14211"/>
                </a:lnTo>
                <a:lnTo>
                  <a:pt x="18014" y="14056"/>
                </a:lnTo>
                <a:lnTo>
                  <a:pt x="18059" y="13922"/>
                </a:lnTo>
                <a:lnTo>
                  <a:pt x="18093" y="13767"/>
                </a:lnTo>
                <a:lnTo>
                  <a:pt x="18101" y="13756"/>
                </a:lnTo>
                <a:lnTo>
                  <a:pt x="18112" y="13733"/>
                </a:lnTo>
                <a:lnTo>
                  <a:pt x="18127" y="13756"/>
                </a:lnTo>
                <a:lnTo>
                  <a:pt x="18129" y="13789"/>
                </a:lnTo>
                <a:lnTo>
                  <a:pt x="18169" y="14344"/>
                </a:lnTo>
                <a:lnTo>
                  <a:pt x="18180" y="14400"/>
                </a:lnTo>
                <a:lnTo>
                  <a:pt x="18183" y="14422"/>
                </a:lnTo>
                <a:lnTo>
                  <a:pt x="18523" y="14422"/>
                </a:lnTo>
                <a:lnTo>
                  <a:pt x="18526" y="14400"/>
                </a:lnTo>
                <a:lnTo>
                  <a:pt x="18532" y="14378"/>
                </a:lnTo>
                <a:lnTo>
                  <a:pt x="18532" y="7011"/>
                </a:lnTo>
                <a:lnTo>
                  <a:pt x="18526" y="6989"/>
                </a:lnTo>
                <a:lnTo>
                  <a:pt x="18523" y="6967"/>
                </a:lnTo>
                <a:lnTo>
                  <a:pt x="18512" y="6967"/>
                </a:lnTo>
                <a:close/>
                <a:moveTo>
                  <a:pt x="20860" y="6822"/>
                </a:moveTo>
                <a:lnTo>
                  <a:pt x="20784" y="6833"/>
                </a:lnTo>
                <a:lnTo>
                  <a:pt x="20706" y="6878"/>
                </a:lnTo>
                <a:lnTo>
                  <a:pt x="20632" y="6956"/>
                </a:lnTo>
                <a:lnTo>
                  <a:pt x="20498" y="7178"/>
                </a:lnTo>
                <a:lnTo>
                  <a:pt x="20436" y="7333"/>
                </a:lnTo>
                <a:lnTo>
                  <a:pt x="20382" y="7511"/>
                </a:lnTo>
                <a:lnTo>
                  <a:pt x="20329" y="7700"/>
                </a:lnTo>
                <a:lnTo>
                  <a:pt x="20320" y="7733"/>
                </a:lnTo>
                <a:lnTo>
                  <a:pt x="20309" y="7733"/>
                </a:lnTo>
                <a:lnTo>
                  <a:pt x="20301" y="7711"/>
                </a:lnTo>
                <a:lnTo>
                  <a:pt x="20289" y="7700"/>
                </a:lnTo>
                <a:lnTo>
                  <a:pt x="20242" y="7489"/>
                </a:lnTo>
                <a:lnTo>
                  <a:pt x="20188" y="7311"/>
                </a:lnTo>
                <a:lnTo>
                  <a:pt x="20135" y="7167"/>
                </a:lnTo>
                <a:lnTo>
                  <a:pt x="20078" y="7033"/>
                </a:lnTo>
                <a:lnTo>
                  <a:pt x="20011" y="6933"/>
                </a:lnTo>
                <a:lnTo>
                  <a:pt x="19943" y="6878"/>
                </a:lnTo>
                <a:lnTo>
                  <a:pt x="19865" y="6833"/>
                </a:lnTo>
                <a:lnTo>
                  <a:pt x="19783" y="6822"/>
                </a:lnTo>
                <a:lnTo>
                  <a:pt x="19716" y="6833"/>
                </a:lnTo>
                <a:lnTo>
                  <a:pt x="19648" y="6878"/>
                </a:lnTo>
                <a:lnTo>
                  <a:pt x="19581" y="6967"/>
                </a:lnTo>
                <a:lnTo>
                  <a:pt x="19522" y="7067"/>
                </a:lnTo>
                <a:lnTo>
                  <a:pt x="19465" y="7178"/>
                </a:lnTo>
                <a:lnTo>
                  <a:pt x="19412" y="7311"/>
                </a:lnTo>
                <a:lnTo>
                  <a:pt x="19367" y="7467"/>
                </a:lnTo>
                <a:lnTo>
                  <a:pt x="19333" y="7600"/>
                </a:lnTo>
                <a:lnTo>
                  <a:pt x="19325" y="7644"/>
                </a:lnTo>
                <a:lnTo>
                  <a:pt x="19311" y="7656"/>
                </a:lnTo>
                <a:lnTo>
                  <a:pt x="19299" y="7644"/>
                </a:lnTo>
                <a:lnTo>
                  <a:pt x="19291" y="7600"/>
                </a:lnTo>
                <a:lnTo>
                  <a:pt x="19257" y="7044"/>
                </a:lnTo>
                <a:lnTo>
                  <a:pt x="19252" y="7011"/>
                </a:lnTo>
                <a:lnTo>
                  <a:pt x="19246" y="6989"/>
                </a:lnTo>
                <a:lnTo>
                  <a:pt x="19238" y="6967"/>
                </a:lnTo>
                <a:lnTo>
                  <a:pt x="18903" y="6967"/>
                </a:lnTo>
                <a:lnTo>
                  <a:pt x="18900" y="6989"/>
                </a:lnTo>
                <a:lnTo>
                  <a:pt x="18894" y="7011"/>
                </a:lnTo>
                <a:lnTo>
                  <a:pt x="18894" y="14378"/>
                </a:lnTo>
                <a:lnTo>
                  <a:pt x="18900" y="14400"/>
                </a:lnTo>
                <a:lnTo>
                  <a:pt x="18903" y="14422"/>
                </a:lnTo>
                <a:lnTo>
                  <a:pt x="19280" y="14422"/>
                </a:lnTo>
                <a:lnTo>
                  <a:pt x="19291" y="14378"/>
                </a:lnTo>
                <a:lnTo>
                  <a:pt x="19291" y="10278"/>
                </a:lnTo>
                <a:lnTo>
                  <a:pt x="19294" y="9878"/>
                </a:lnTo>
                <a:lnTo>
                  <a:pt x="19305" y="9678"/>
                </a:lnTo>
                <a:lnTo>
                  <a:pt x="19311" y="9511"/>
                </a:lnTo>
                <a:lnTo>
                  <a:pt x="19325" y="9322"/>
                </a:lnTo>
                <a:lnTo>
                  <a:pt x="19339" y="9167"/>
                </a:lnTo>
                <a:lnTo>
                  <a:pt x="19353" y="9000"/>
                </a:lnTo>
                <a:lnTo>
                  <a:pt x="19372" y="8867"/>
                </a:lnTo>
                <a:lnTo>
                  <a:pt x="19398" y="8733"/>
                </a:lnTo>
                <a:lnTo>
                  <a:pt x="19426" y="8611"/>
                </a:lnTo>
                <a:lnTo>
                  <a:pt x="19454" y="8500"/>
                </a:lnTo>
                <a:lnTo>
                  <a:pt x="19488" y="8422"/>
                </a:lnTo>
                <a:lnTo>
                  <a:pt x="19527" y="8344"/>
                </a:lnTo>
                <a:lnTo>
                  <a:pt x="19569" y="8311"/>
                </a:lnTo>
                <a:lnTo>
                  <a:pt x="19620" y="8267"/>
                </a:lnTo>
                <a:lnTo>
                  <a:pt x="19668" y="8256"/>
                </a:lnTo>
                <a:lnTo>
                  <a:pt x="19724" y="8267"/>
                </a:lnTo>
                <a:lnTo>
                  <a:pt x="19775" y="8311"/>
                </a:lnTo>
                <a:lnTo>
                  <a:pt x="19817" y="8367"/>
                </a:lnTo>
                <a:lnTo>
                  <a:pt x="19856" y="8422"/>
                </a:lnTo>
                <a:lnTo>
                  <a:pt x="19896" y="8522"/>
                </a:lnTo>
                <a:lnTo>
                  <a:pt x="19924" y="8633"/>
                </a:lnTo>
                <a:lnTo>
                  <a:pt x="19946" y="8744"/>
                </a:lnTo>
                <a:lnTo>
                  <a:pt x="19972" y="8878"/>
                </a:lnTo>
                <a:lnTo>
                  <a:pt x="19991" y="9033"/>
                </a:lnTo>
                <a:lnTo>
                  <a:pt x="20005" y="9189"/>
                </a:lnTo>
                <a:lnTo>
                  <a:pt x="20019" y="9356"/>
                </a:lnTo>
                <a:lnTo>
                  <a:pt x="20031" y="9533"/>
                </a:lnTo>
                <a:lnTo>
                  <a:pt x="20045" y="9889"/>
                </a:lnTo>
                <a:lnTo>
                  <a:pt x="20045" y="14344"/>
                </a:lnTo>
                <a:lnTo>
                  <a:pt x="20047" y="14378"/>
                </a:lnTo>
                <a:lnTo>
                  <a:pt x="20047" y="14400"/>
                </a:lnTo>
                <a:lnTo>
                  <a:pt x="20053" y="14422"/>
                </a:lnTo>
                <a:lnTo>
                  <a:pt x="20430" y="14422"/>
                </a:lnTo>
                <a:lnTo>
                  <a:pt x="20441" y="14400"/>
                </a:lnTo>
                <a:lnTo>
                  <a:pt x="20444" y="14378"/>
                </a:lnTo>
                <a:lnTo>
                  <a:pt x="20450" y="14344"/>
                </a:lnTo>
                <a:lnTo>
                  <a:pt x="20450" y="10278"/>
                </a:lnTo>
                <a:lnTo>
                  <a:pt x="20455" y="9878"/>
                </a:lnTo>
                <a:lnTo>
                  <a:pt x="20464" y="9511"/>
                </a:lnTo>
                <a:lnTo>
                  <a:pt x="20475" y="9322"/>
                </a:lnTo>
                <a:lnTo>
                  <a:pt x="20489" y="9167"/>
                </a:lnTo>
                <a:lnTo>
                  <a:pt x="20503" y="9000"/>
                </a:lnTo>
                <a:lnTo>
                  <a:pt x="20523" y="8867"/>
                </a:lnTo>
                <a:lnTo>
                  <a:pt x="20545" y="8733"/>
                </a:lnTo>
                <a:lnTo>
                  <a:pt x="20571" y="8611"/>
                </a:lnTo>
                <a:lnTo>
                  <a:pt x="20599" y="8500"/>
                </a:lnTo>
                <a:lnTo>
                  <a:pt x="20678" y="8344"/>
                </a:lnTo>
                <a:lnTo>
                  <a:pt x="20720" y="8311"/>
                </a:lnTo>
                <a:lnTo>
                  <a:pt x="20768" y="8267"/>
                </a:lnTo>
                <a:lnTo>
                  <a:pt x="20821" y="8256"/>
                </a:lnTo>
                <a:lnTo>
                  <a:pt x="20880" y="8267"/>
                </a:lnTo>
                <a:lnTo>
                  <a:pt x="20928" y="8311"/>
                </a:lnTo>
                <a:lnTo>
                  <a:pt x="20973" y="8367"/>
                </a:lnTo>
                <a:lnTo>
                  <a:pt x="21015" y="8444"/>
                </a:lnTo>
                <a:lnTo>
                  <a:pt x="21049" y="8522"/>
                </a:lnTo>
                <a:lnTo>
                  <a:pt x="21077" y="8633"/>
                </a:lnTo>
                <a:lnTo>
                  <a:pt x="21108" y="8767"/>
                </a:lnTo>
                <a:lnTo>
                  <a:pt x="21130" y="8900"/>
                </a:lnTo>
                <a:lnTo>
                  <a:pt x="21150" y="9033"/>
                </a:lnTo>
                <a:lnTo>
                  <a:pt x="21164" y="9200"/>
                </a:lnTo>
                <a:lnTo>
                  <a:pt x="21181" y="9356"/>
                </a:lnTo>
                <a:lnTo>
                  <a:pt x="21189" y="9544"/>
                </a:lnTo>
                <a:lnTo>
                  <a:pt x="21198" y="9911"/>
                </a:lnTo>
                <a:lnTo>
                  <a:pt x="21203" y="10278"/>
                </a:lnTo>
                <a:lnTo>
                  <a:pt x="21203" y="14378"/>
                </a:lnTo>
                <a:lnTo>
                  <a:pt x="21215" y="14422"/>
                </a:lnTo>
                <a:lnTo>
                  <a:pt x="21592" y="14422"/>
                </a:lnTo>
                <a:lnTo>
                  <a:pt x="21594" y="14400"/>
                </a:lnTo>
                <a:lnTo>
                  <a:pt x="21600" y="14378"/>
                </a:lnTo>
                <a:lnTo>
                  <a:pt x="21600" y="9811"/>
                </a:lnTo>
                <a:lnTo>
                  <a:pt x="21592" y="9433"/>
                </a:lnTo>
                <a:lnTo>
                  <a:pt x="21575" y="9089"/>
                </a:lnTo>
                <a:lnTo>
                  <a:pt x="21552" y="8744"/>
                </a:lnTo>
                <a:lnTo>
                  <a:pt x="21527" y="8444"/>
                </a:lnTo>
                <a:lnTo>
                  <a:pt x="21493" y="8156"/>
                </a:lnTo>
                <a:lnTo>
                  <a:pt x="21454" y="7911"/>
                </a:lnTo>
                <a:lnTo>
                  <a:pt x="21412" y="7678"/>
                </a:lnTo>
                <a:lnTo>
                  <a:pt x="21358" y="7467"/>
                </a:lnTo>
                <a:lnTo>
                  <a:pt x="21305" y="7300"/>
                </a:lnTo>
                <a:lnTo>
                  <a:pt x="21243" y="7167"/>
                </a:lnTo>
                <a:lnTo>
                  <a:pt x="21175" y="7033"/>
                </a:lnTo>
                <a:lnTo>
                  <a:pt x="21108" y="6933"/>
                </a:lnTo>
                <a:lnTo>
                  <a:pt x="21029" y="6878"/>
                </a:lnTo>
                <a:lnTo>
                  <a:pt x="20948" y="6822"/>
                </a:lnTo>
                <a:lnTo>
                  <a:pt x="20860" y="6822"/>
                </a:lnTo>
                <a:close/>
                <a:moveTo>
                  <a:pt x="16501" y="6967"/>
                </a:moveTo>
                <a:lnTo>
                  <a:pt x="16130" y="6967"/>
                </a:lnTo>
                <a:lnTo>
                  <a:pt x="16124" y="6989"/>
                </a:lnTo>
                <a:lnTo>
                  <a:pt x="16121" y="7011"/>
                </a:lnTo>
                <a:lnTo>
                  <a:pt x="16121" y="14378"/>
                </a:lnTo>
                <a:lnTo>
                  <a:pt x="16124" y="14400"/>
                </a:lnTo>
                <a:lnTo>
                  <a:pt x="16130" y="14422"/>
                </a:lnTo>
                <a:lnTo>
                  <a:pt x="16512" y="14422"/>
                </a:lnTo>
                <a:lnTo>
                  <a:pt x="16518" y="14400"/>
                </a:lnTo>
                <a:lnTo>
                  <a:pt x="16521" y="14378"/>
                </a:lnTo>
                <a:lnTo>
                  <a:pt x="16521" y="7011"/>
                </a:lnTo>
                <a:lnTo>
                  <a:pt x="16518" y="6989"/>
                </a:lnTo>
                <a:lnTo>
                  <a:pt x="16512" y="6967"/>
                </a:lnTo>
                <a:lnTo>
                  <a:pt x="16501" y="6967"/>
                </a:lnTo>
                <a:close/>
                <a:moveTo>
                  <a:pt x="16324" y="4089"/>
                </a:moveTo>
                <a:lnTo>
                  <a:pt x="16270" y="4111"/>
                </a:lnTo>
                <a:lnTo>
                  <a:pt x="16225" y="4167"/>
                </a:lnTo>
                <a:lnTo>
                  <a:pt x="16183" y="4244"/>
                </a:lnTo>
                <a:lnTo>
                  <a:pt x="16149" y="4356"/>
                </a:lnTo>
                <a:lnTo>
                  <a:pt x="16121" y="4511"/>
                </a:lnTo>
                <a:lnTo>
                  <a:pt x="16096" y="4656"/>
                </a:lnTo>
                <a:lnTo>
                  <a:pt x="16082" y="4856"/>
                </a:lnTo>
                <a:lnTo>
                  <a:pt x="16076" y="5044"/>
                </a:lnTo>
                <a:lnTo>
                  <a:pt x="16082" y="5233"/>
                </a:lnTo>
                <a:lnTo>
                  <a:pt x="16096" y="5400"/>
                </a:lnTo>
                <a:lnTo>
                  <a:pt x="16121" y="5578"/>
                </a:lnTo>
                <a:lnTo>
                  <a:pt x="16149" y="5711"/>
                </a:lnTo>
                <a:lnTo>
                  <a:pt x="16183" y="5822"/>
                </a:lnTo>
                <a:lnTo>
                  <a:pt x="16225" y="5922"/>
                </a:lnTo>
                <a:lnTo>
                  <a:pt x="16270" y="5978"/>
                </a:lnTo>
                <a:lnTo>
                  <a:pt x="16324" y="6000"/>
                </a:lnTo>
                <a:lnTo>
                  <a:pt x="16372" y="5978"/>
                </a:lnTo>
                <a:lnTo>
                  <a:pt x="16414" y="5922"/>
                </a:lnTo>
                <a:lnTo>
                  <a:pt x="16459" y="5822"/>
                </a:lnTo>
                <a:lnTo>
                  <a:pt x="16492" y="5711"/>
                </a:lnTo>
                <a:lnTo>
                  <a:pt x="16521" y="5578"/>
                </a:lnTo>
                <a:lnTo>
                  <a:pt x="16546" y="5400"/>
                </a:lnTo>
                <a:lnTo>
                  <a:pt x="16560" y="5233"/>
                </a:lnTo>
                <a:lnTo>
                  <a:pt x="16566" y="5044"/>
                </a:lnTo>
                <a:lnTo>
                  <a:pt x="16560" y="4856"/>
                </a:lnTo>
                <a:lnTo>
                  <a:pt x="16546" y="4656"/>
                </a:lnTo>
                <a:lnTo>
                  <a:pt x="16521" y="4511"/>
                </a:lnTo>
                <a:lnTo>
                  <a:pt x="16492" y="4356"/>
                </a:lnTo>
                <a:lnTo>
                  <a:pt x="16459" y="4244"/>
                </a:lnTo>
                <a:lnTo>
                  <a:pt x="16414" y="4167"/>
                </a:lnTo>
                <a:lnTo>
                  <a:pt x="16372" y="4111"/>
                </a:lnTo>
                <a:lnTo>
                  <a:pt x="16324" y="4089"/>
                </a:lnTo>
                <a:close/>
                <a:moveTo>
                  <a:pt x="2720" y="0"/>
                </a:moveTo>
                <a:lnTo>
                  <a:pt x="2579" y="0"/>
                </a:lnTo>
                <a:lnTo>
                  <a:pt x="2441" y="56"/>
                </a:lnTo>
                <a:lnTo>
                  <a:pt x="2306" y="111"/>
                </a:lnTo>
                <a:lnTo>
                  <a:pt x="2168" y="211"/>
                </a:lnTo>
                <a:lnTo>
                  <a:pt x="2039" y="322"/>
                </a:lnTo>
                <a:lnTo>
                  <a:pt x="1910" y="478"/>
                </a:lnTo>
                <a:lnTo>
                  <a:pt x="1783" y="644"/>
                </a:lnTo>
                <a:lnTo>
                  <a:pt x="1662" y="844"/>
                </a:lnTo>
                <a:lnTo>
                  <a:pt x="1541" y="1056"/>
                </a:lnTo>
                <a:lnTo>
                  <a:pt x="1420" y="1300"/>
                </a:lnTo>
                <a:lnTo>
                  <a:pt x="1311" y="1544"/>
                </a:lnTo>
                <a:lnTo>
                  <a:pt x="1198" y="1833"/>
                </a:lnTo>
                <a:lnTo>
                  <a:pt x="1091" y="2144"/>
                </a:lnTo>
                <a:lnTo>
                  <a:pt x="990" y="2444"/>
                </a:lnTo>
                <a:lnTo>
                  <a:pt x="889" y="2789"/>
                </a:lnTo>
                <a:lnTo>
                  <a:pt x="796" y="3156"/>
                </a:lnTo>
                <a:lnTo>
                  <a:pt x="706" y="3511"/>
                </a:lnTo>
                <a:lnTo>
                  <a:pt x="619" y="3911"/>
                </a:lnTo>
                <a:lnTo>
                  <a:pt x="540" y="4311"/>
                </a:lnTo>
                <a:lnTo>
                  <a:pt x="464" y="4733"/>
                </a:lnTo>
                <a:lnTo>
                  <a:pt x="391" y="5178"/>
                </a:lnTo>
                <a:lnTo>
                  <a:pt x="329" y="5611"/>
                </a:lnTo>
                <a:lnTo>
                  <a:pt x="264" y="6089"/>
                </a:lnTo>
                <a:lnTo>
                  <a:pt x="214" y="6567"/>
                </a:lnTo>
                <a:lnTo>
                  <a:pt x="163" y="7044"/>
                </a:lnTo>
                <a:lnTo>
                  <a:pt x="121" y="7544"/>
                </a:lnTo>
                <a:lnTo>
                  <a:pt x="82" y="8056"/>
                </a:lnTo>
                <a:lnTo>
                  <a:pt x="53" y="8578"/>
                </a:lnTo>
                <a:lnTo>
                  <a:pt x="28" y="9111"/>
                </a:lnTo>
                <a:lnTo>
                  <a:pt x="14" y="9644"/>
                </a:lnTo>
                <a:lnTo>
                  <a:pt x="0" y="10200"/>
                </a:lnTo>
                <a:lnTo>
                  <a:pt x="0" y="11311"/>
                </a:lnTo>
                <a:lnTo>
                  <a:pt x="14" y="11856"/>
                </a:lnTo>
                <a:lnTo>
                  <a:pt x="28" y="12400"/>
                </a:lnTo>
                <a:lnTo>
                  <a:pt x="53" y="12911"/>
                </a:lnTo>
                <a:lnTo>
                  <a:pt x="82" y="13444"/>
                </a:lnTo>
                <a:lnTo>
                  <a:pt x="121" y="13944"/>
                </a:lnTo>
                <a:lnTo>
                  <a:pt x="163" y="14456"/>
                </a:lnTo>
                <a:lnTo>
                  <a:pt x="214" y="14933"/>
                </a:lnTo>
                <a:lnTo>
                  <a:pt x="264" y="15411"/>
                </a:lnTo>
                <a:lnTo>
                  <a:pt x="329" y="15867"/>
                </a:lnTo>
                <a:lnTo>
                  <a:pt x="391" y="16333"/>
                </a:lnTo>
                <a:lnTo>
                  <a:pt x="464" y="16767"/>
                </a:lnTo>
                <a:lnTo>
                  <a:pt x="540" y="17189"/>
                </a:lnTo>
                <a:lnTo>
                  <a:pt x="619" y="17589"/>
                </a:lnTo>
                <a:lnTo>
                  <a:pt x="706" y="17989"/>
                </a:lnTo>
                <a:lnTo>
                  <a:pt x="796" y="18356"/>
                </a:lnTo>
                <a:lnTo>
                  <a:pt x="889" y="18711"/>
                </a:lnTo>
                <a:lnTo>
                  <a:pt x="990" y="19056"/>
                </a:lnTo>
                <a:lnTo>
                  <a:pt x="1091" y="19367"/>
                </a:lnTo>
                <a:lnTo>
                  <a:pt x="1198" y="19667"/>
                </a:lnTo>
                <a:lnTo>
                  <a:pt x="1311" y="19956"/>
                </a:lnTo>
                <a:lnTo>
                  <a:pt x="1420" y="20211"/>
                </a:lnTo>
                <a:lnTo>
                  <a:pt x="1541" y="20456"/>
                </a:lnTo>
                <a:lnTo>
                  <a:pt x="1662" y="20667"/>
                </a:lnTo>
                <a:lnTo>
                  <a:pt x="1783" y="20856"/>
                </a:lnTo>
                <a:lnTo>
                  <a:pt x="1910" y="21022"/>
                </a:lnTo>
                <a:lnTo>
                  <a:pt x="2039" y="21156"/>
                </a:lnTo>
                <a:lnTo>
                  <a:pt x="2168" y="21289"/>
                </a:lnTo>
                <a:lnTo>
                  <a:pt x="2306" y="21389"/>
                </a:lnTo>
                <a:lnTo>
                  <a:pt x="2441" y="21444"/>
                </a:lnTo>
                <a:lnTo>
                  <a:pt x="2579" y="21489"/>
                </a:lnTo>
                <a:lnTo>
                  <a:pt x="2720" y="21500"/>
                </a:lnTo>
                <a:lnTo>
                  <a:pt x="2860" y="21489"/>
                </a:lnTo>
                <a:lnTo>
                  <a:pt x="3001" y="21444"/>
                </a:lnTo>
                <a:lnTo>
                  <a:pt x="3136" y="21389"/>
                </a:lnTo>
                <a:lnTo>
                  <a:pt x="3265" y="21289"/>
                </a:lnTo>
                <a:lnTo>
                  <a:pt x="3403" y="21156"/>
                </a:lnTo>
                <a:lnTo>
                  <a:pt x="3527" y="21022"/>
                </a:lnTo>
                <a:lnTo>
                  <a:pt x="3659" y="20856"/>
                </a:lnTo>
                <a:lnTo>
                  <a:pt x="3780" y="20667"/>
                </a:lnTo>
                <a:lnTo>
                  <a:pt x="3901" y="20456"/>
                </a:lnTo>
                <a:lnTo>
                  <a:pt x="4016" y="20211"/>
                </a:lnTo>
                <a:lnTo>
                  <a:pt x="4132" y="19956"/>
                </a:lnTo>
                <a:lnTo>
                  <a:pt x="4244" y="19667"/>
                </a:lnTo>
                <a:lnTo>
                  <a:pt x="4348" y="19367"/>
                </a:lnTo>
                <a:lnTo>
                  <a:pt x="4449" y="19056"/>
                </a:lnTo>
                <a:lnTo>
                  <a:pt x="4551" y="18711"/>
                </a:lnTo>
                <a:lnTo>
                  <a:pt x="4643" y="18356"/>
                </a:lnTo>
                <a:lnTo>
                  <a:pt x="4736" y="17989"/>
                </a:lnTo>
                <a:lnTo>
                  <a:pt x="4823" y="17589"/>
                </a:lnTo>
                <a:lnTo>
                  <a:pt x="4899" y="17189"/>
                </a:lnTo>
                <a:lnTo>
                  <a:pt x="4978" y="16767"/>
                </a:lnTo>
                <a:lnTo>
                  <a:pt x="5048" y="16333"/>
                </a:lnTo>
                <a:lnTo>
                  <a:pt x="5113" y="15867"/>
                </a:lnTo>
                <a:lnTo>
                  <a:pt x="5175" y="15411"/>
                </a:lnTo>
                <a:lnTo>
                  <a:pt x="5228" y="14933"/>
                </a:lnTo>
                <a:lnTo>
                  <a:pt x="5276" y="14456"/>
                </a:lnTo>
                <a:lnTo>
                  <a:pt x="5321" y="13944"/>
                </a:lnTo>
                <a:lnTo>
                  <a:pt x="5355" y="13444"/>
                </a:lnTo>
                <a:lnTo>
                  <a:pt x="5389" y="12911"/>
                </a:lnTo>
                <a:lnTo>
                  <a:pt x="5411" y="12400"/>
                </a:lnTo>
                <a:lnTo>
                  <a:pt x="5425" y="11856"/>
                </a:lnTo>
                <a:lnTo>
                  <a:pt x="5437" y="11311"/>
                </a:lnTo>
                <a:lnTo>
                  <a:pt x="5442" y="10756"/>
                </a:lnTo>
                <a:lnTo>
                  <a:pt x="5437" y="10200"/>
                </a:lnTo>
                <a:lnTo>
                  <a:pt x="5425" y="9644"/>
                </a:lnTo>
                <a:lnTo>
                  <a:pt x="5411" y="9111"/>
                </a:lnTo>
                <a:lnTo>
                  <a:pt x="5389" y="8578"/>
                </a:lnTo>
                <a:lnTo>
                  <a:pt x="5355" y="8056"/>
                </a:lnTo>
                <a:lnTo>
                  <a:pt x="5321" y="7544"/>
                </a:lnTo>
                <a:lnTo>
                  <a:pt x="5276" y="7044"/>
                </a:lnTo>
                <a:lnTo>
                  <a:pt x="5228" y="6567"/>
                </a:lnTo>
                <a:lnTo>
                  <a:pt x="5175" y="6089"/>
                </a:lnTo>
                <a:lnTo>
                  <a:pt x="5113" y="5611"/>
                </a:lnTo>
                <a:lnTo>
                  <a:pt x="5048" y="5178"/>
                </a:lnTo>
                <a:lnTo>
                  <a:pt x="4978" y="4733"/>
                </a:lnTo>
                <a:lnTo>
                  <a:pt x="4899" y="4311"/>
                </a:lnTo>
                <a:lnTo>
                  <a:pt x="4823" y="3911"/>
                </a:lnTo>
                <a:lnTo>
                  <a:pt x="4736" y="3511"/>
                </a:lnTo>
                <a:lnTo>
                  <a:pt x="4643" y="3156"/>
                </a:lnTo>
                <a:lnTo>
                  <a:pt x="4551" y="2789"/>
                </a:lnTo>
                <a:lnTo>
                  <a:pt x="4449" y="2444"/>
                </a:lnTo>
                <a:lnTo>
                  <a:pt x="4348" y="2144"/>
                </a:lnTo>
                <a:lnTo>
                  <a:pt x="4244" y="1833"/>
                </a:lnTo>
                <a:lnTo>
                  <a:pt x="4132" y="1544"/>
                </a:lnTo>
                <a:lnTo>
                  <a:pt x="4016" y="1300"/>
                </a:lnTo>
                <a:lnTo>
                  <a:pt x="3901" y="1056"/>
                </a:lnTo>
                <a:lnTo>
                  <a:pt x="3780" y="844"/>
                </a:lnTo>
                <a:lnTo>
                  <a:pt x="3659" y="644"/>
                </a:lnTo>
                <a:lnTo>
                  <a:pt x="3527" y="478"/>
                </a:lnTo>
                <a:lnTo>
                  <a:pt x="3403" y="322"/>
                </a:lnTo>
                <a:lnTo>
                  <a:pt x="3265" y="211"/>
                </a:lnTo>
                <a:lnTo>
                  <a:pt x="3136" y="111"/>
                </a:lnTo>
                <a:lnTo>
                  <a:pt x="3001" y="56"/>
                </a:lnTo>
                <a:lnTo>
                  <a:pt x="2860" y="0"/>
                </a:lnTo>
                <a:lnTo>
                  <a:pt x="2720" y="0"/>
                </a:lnTo>
                <a:close/>
                <a:moveTo>
                  <a:pt x="2000" y="13600"/>
                </a:moveTo>
                <a:lnTo>
                  <a:pt x="1929" y="13289"/>
                </a:lnTo>
                <a:lnTo>
                  <a:pt x="1870" y="12967"/>
                </a:lnTo>
                <a:lnTo>
                  <a:pt x="1817" y="12622"/>
                </a:lnTo>
                <a:lnTo>
                  <a:pt x="1775" y="12256"/>
                </a:lnTo>
                <a:lnTo>
                  <a:pt x="1741" y="11900"/>
                </a:lnTo>
                <a:lnTo>
                  <a:pt x="1721" y="11511"/>
                </a:lnTo>
                <a:lnTo>
                  <a:pt x="1704" y="11133"/>
                </a:lnTo>
                <a:lnTo>
                  <a:pt x="1702" y="10756"/>
                </a:lnTo>
                <a:lnTo>
                  <a:pt x="1704" y="10367"/>
                </a:lnTo>
                <a:lnTo>
                  <a:pt x="1721" y="9989"/>
                </a:lnTo>
                <a:lnTo>
                  <a:pt x="1741" y="9611"/>
                </a:lnTo>
                <a:lnTo>
                  <a:pt x="1775" y="9222"/>
                </a:lnTo>
                <a:lnTo>
                  <a:pt x="1817" y="8878"/>
                </a:lnTo>
                <a:lnTo>
                  <a:pt x="1870" y="8533"/>
                </a:lnTo>
                <a:lnTo>
                  <a:pt x="1929" y="8211"/>
                </a:lnTo>
                <a:lnTo>
                  <a:pt x="2000" y="7911"/>
                </a:lnTo>
                <a:lnTo>
                  <a:pt x="2078" y="7622"/>
                </a:lnTo>
                <a:lnTo>
                  <a:pt x="2160" y="7389"/>
                </a:lnTo>
                <a:lnTo>
                  <a:pt x="2247" y="7178"/>
                </a:lnTo>
                <a:lnTo>
                  <a:pt x="2334" y="7011"/>
                </a:lnTo>
                <a:lnTo>
                  <a:pt x="2430" y="6878"/>
                </a:lnTo>
                <a:lnTo>
                  <a:pt x="2528" y="6800"/>
                </a:lnTo>
                <a:lnTo>
                  <a:pt x="2624" y="6744"/>
                </a:lnTo>
                <a:lnTo>
                  <a:pt x="2720" y="6722"/>
                </a:lnTo>
                <a:lnTo>
                  <a:pt x="2818" y="6744"/>
                </a:lnTo>
                <a:lnTo>
                  <a:pt x="2914" y="6800"/>
                </a:lnTo>
                <a:lnTo>
                  <a:pt x="3009" y="6878"/>
                </a:lnTo>
                <a:lnTo>
                  <a:pt x="3102" y="7011"/>
                </a:lnTo>
                <a:lnTo>
                  <a:pt x="3195" y="7178"/>
                </a:lnTo>
                <a:lnTo>
                  <a:pt x="3282" y="7389"/>
                </a:lnTo>
                <a:lnTo>
                  <a:pt x="3364" y="7622"/>
                </a:lnTo>
                <a:lnTo>
                  <a:pt x="3440" y="7911"/>
                </a:lnTo>
                <a:lnTo>
                  <a:pt x="3513" y="8211"/>
                </a:lnTo>
                <a:lnTo>
                  <a:pt x="3572" y="8533"/>
                </a:lnTo>
                <a:lnTo>
                  <a:pt x="3625" y="8878"/>
                </a:lnTo>
                <a:lnTo>
                  <a:pt x="3667" y="9222"/>
                </a:lnTo>
                <a:lnTo>
                  <a:pt x="3696" y="9611"/>
                </a:lnTo>
                <a:lnTo>
                  <a:pt x="3721" y="9989"/>
                </a:lnTo>
                <a:lnTo>
                  <a:pt x="3735" y="10367"/>
                </a:lnTo>
                <a:lnTo>
                  <a:pt x="3741" y="10756"/>
                </a:lnTo>
                <a:lnTo>
                  <a:pt x="3735" y="11133"/>
                </a:lnTo>
                <a:lnTo>
                  <a:pt x="3721" y="11511"/>
                </a:lnTo>
                <a:lnTo>
                  <a:pt x="3696" y="11900"/>
                </a:lnTo>
                <a:lnTo>
                  <a:pt x="3667" y="12256"/>
                </a:lnTo>
                <a:lnTo>
                  <a:pt x="3625" y="12622"/>
                </a:lnTo>
                <a:lnTo>
                  <a:pt x="3572" y="12967"/>
                </a:lnTo>
                <a:lnTo>
                  <a:pt x="3513" y="13289"/>
                </a:lnTo>
                <a:lnTo>
                  <a:pt x="3440" y="13600"/>
                </a:lnTo>
                <a:lnTo>
                  <a:pt x="3364" y="13889"/>
                </a:lnTo>
                <a:lnTo>
                  <a:pt x="3282" y="14111"/>
                </a:lnTo>
                <a:lnTo>
                  <a:pt x="3195" y="14322"/>
                </a:lnTo>
                <a:lnTo>
                  <a:pt x="3102" y="14500"/>
                </a:lnTo>
                <a:lnTo>
                  <a:pt x="3009" y="14611"/>
                </a:lnTo>
                <a:lnTo>
                  <a:pt x="2914" y="14711"/>
                </a:lnTo>
                <a:lnTo>
                  <a:pt x="2818" y="14767"/>
                </a:lnTo>
                <a:lnTo>
                  <a:pt x="2720" y="14778"/>
                </a:lnTo>
                <a:lnTo>
                  <a:pt x="2624" y="14767"/>
                </a:lnTo>
                <a:lnTo>
                  <a:pt x="2528" y="14711"/>
                </a:lnTo>
                <a:lnTo>
                  <a:pt x="2430" y="14611"/>
                </a:lnTo>
                <a:lnTo>
                  <a:pt x="2334" y="14500"/>
                </a:lnTo>
                <a:lnTo>
                  <a:pt x="2247" y="14322"/>
                </a:lnTo>
                <a:lnTo>
                  <a:pt x="2160" y="14111"/>
                </a:lnTo>
                <a:lnTo>
                  <a:pt x="2078" y="13889"/>
                </a:lnTo>
                <a:lnTo>
                  <a:pt x="2000" y="13600"/>
                </a:lnTo>
                <a:close/>
                <a:moveTo>
                  <a:pt x="4044" y="17989"/>
                </a:moveTo>
                <a:lnTo>
                  <a:pt x="3991" y="17989"/>
                </a:lnTo>
                <a:lnTo>
                  <a:pt x="3937" y="17956"/>
                </a:lnTo>
                <a:lnTo>
                  <a:pt x="3890" y="17911"/>
                </a:lnTo>
                <a:lnTo>
                  <a:pt x="3847" y="17833"/>
                </a:lnTo>
                <a:lnTo>
                  <a:pt x="3797" y="17767"/>
                </a:lnTo>
                <a:lnTo>
                  <a:pt x="3760" y="17644"/>
                </a:lnTo>
                <a:lnTo>
                  <a:pt x="3721" y="17533"/>
                </a:lnTo>
                <a:lnTo>
                  <a:pt x="3682" y="17400"/>
                </a:lnTo>
                <a:lnTo>
                  <a:pt x="3648" y="17267"/>
                </a:lnTo>
                <a:lnTo>
                  <a:pt x="3620" y="17111"/>
                </a:lnTo>
                <a:lnTo>
                  <a:pt x="3594" y="16944"/>
                </a:lnTo>
                <a:lnTo>
                  <a:pt x="3572" y="16767"/>
                </a:lnTo>
                <a:lnTo>
                  <a:pt x="3558" y="16578"/>
                </a:lnTo>
                <a:lnTo>
                  <a:pt x="3541" y="16389"/>
                </a:lnTo>
                <a:lnTo>
                  <a:pt x="3538" y="16200"/>
                </a:lnTo>
                <a:lnTo>
                  <a:pt x="3532" y="15989"/>
                </a:lnTo>
                <a:lnTo>
                  <a:pt x="3538" y="15778"/>
                </a:lnTo>
                <a:lnTo>
                  <a:pt x="3541" y="15567"/>
                </a:lnTo>
                <a:lnTo>
                  <a:pt x="3558" y="15378"/>
                </a:lnTo>
                <a:lnTo>
                  <a:pt x="3572" y="15200"/>
                </a:lnTo>
                <a:lnTo>
                  <a:pt x="3594" y="15011"/>
                </a:lnTo>
                <a:lnTo>
                  <a:pt x="3620" y="14856"/>
                </a:lnTo>
                <a:lnTo>
                  <a:pt x="3648" y="14711"/>
                </a:lnTo>
                <a:lnTo>
                  <a:pt x="3682" y="14556"/>
                </a:lnTo>
                <a:lnTo>
                  <a:pt x="3721" y="14422"/>
                </a:lnTo>
                <a:lnTo>
                  <a:pt x="3760" y="14300"/>
                </a:lnTo>
                <a:lnTo>
                  <a:pt x="3797" y="14211"/>
                </a:lnTo>
                <a:lnTo>
                  <a:pt x="3847" y="14111"/>
                </a:lnTo>
                <a:lnTo>
                  <a:pt x="3890" y="14056"/>
                </a:lnTo>
                <a:lnTo>
                  <a:pt x="3937" y="14000"/>
                </a:lnTo>
                <a:lnTo>
                  <a:pt x="4044" y="13956"/>
                </a:lnTo>
                <a:lnTo>
                  <a:pt x="4098" y="13978"/>
                </a:lnTo>
                <a:lnTo>
                  <a:pt x="4146" y="14000"/>
                </a:lnTo>
                <a:lnTo>
                  <a:pt x="4193" y="14056"/>
                </a:lnTo>
                <a:lnTo>
                  <a:pt x="4244" y="14111"/>
                </a:lnTo>
                <a:lnTo>
                  <a:pt x="4286" y="14211"/>
                </a:lnTo>
                <a:lnTo>
                  <a:pt x="4328" y="14300"/>
                </a:lnTo>
                <a:lnTo>
                  <a:pt x="4368" y="14422"/>
                </a:lnTo>
                <a:lnTo>
                  <a:pt x="4402" y="14556"/>
                </a:lnTo>
                <a:lnTo>
                  <a:pt x="4435" y="14711"/>
                </a:lnTo>
                <a:lnTo>
                  <a:pt x="4466" y="14856"/>
                </a:lnTo>
                <a:lnTo>
                  <a:pt x="4494" y="15011"/>
                </a:lnTo>
                <a:lnTo>
                  <a:pt x="4514" y="15200"/>
                </a:lnTo>
                <a:lnTo>
                  <a:pt x="4534" y="15378"/>
                </a:lnTo>
                <a:lnTo>
                  <a:pt x="4542" y="15567"/>
                </a:lnTo>
                <a:lnTo>
                  <a:pt x="4551" y="15778"/>
                </a:lnTo>
                <a:lnTo>
                  <a:pt x="4551" y="16200"/>
                </a:lnTo>
                <a:lnTo>
                  <a:pt x="4534" y="16578"/>
                </a:lnTo>
                <a:lnTo>
                  <a:pt x="4514" y="16767"/>
                </a:lnTo>
                <a:lnTo>
                  <a:pt x="4494" y="16944"/>
                </a:lnTo>
                <a:lnTo>
                  <a:pt x="4466" y="17111"/>
                </a:lnTo>
                <a:lnTo>
                  <a:pt x="4435" y="17267"/>
                </a:lnTo>
                <a:lnTo>
                  <a:pt x="4368" y="17533"/>
                </a:lnTo>
                <a:lnTo>
                  <a:pt x="4328" y="17644"/>
                </a:lnTo>
                <a:lnTo>
                  <a:pt x="4286" y="17767"/>
                </a:lnTo>
                <a:lnTo>
                  <a:pt x="4244" y="17833"/>
                </a:lnTo>
                <a:lnTo>
                  <a:pt x="4193" y="17911"/>
                </a:lnTo>
                <a:lnTo>
                  <a:pt x="4146" y="17956"/>
                </a:lnTo>
                <a:lnTo>
                  <a:pt x="4098" y="17989"/>
                </a:lnTo>
                <a:lnTo>
                  <a:pt x="4044" y="17989"/>
                </a:lnTo>
                <a:close/>
                <a:moveTo>
                  <a:pt x="5127" y="18911"/>
                </a:moveTo>
                <a:lnTo>
                  <a:pt x="5093" y="18922"/>
                </a:lnTo>
                <a:lnTo>
                  <a:pt x="5060" y="18944"/>
                </a:lnTo>
                <a:lnTo>
                  <a:pt x="5026" y="18989"/>
                </a:lnTo>
                <a:lnTo>
                  <a:pt x="4992" y="19022"/>
                </a:lnTo>
                <a:lnTo>
                  <a:pt x="4964" y="19078"/>
                </a:lnTo>
                <a:lnTo>
                  <a:pt x="4933" y="19133"/>
                </a:lnTo>
                <a:lnTo>
                  <a:pt x="4911" y="19233"/>
                </a:lnTo>
                <a:lnTo>
                  <a:pt x="4885" y="19311"/>
                </a:lnTo>
                <a:lnTo>
                  <a:pt x="4860" y="19400"/>
                </a:lnTo>
                <a:lnTo>
                  <a:pt x="4843" y="19500"/>
                </a:lnTo>
                <a:lnTo>
                  <a:pt x="4826" y="19611"/>
                </a:lnTo>
                <a:lnTo>
                  <a:pt x="4812" y="19733"/>
                </a:lnTo>
                <a:lnTo>
                  <a:pt x="4804" y="19867"/>
                </a:lnTo>
                <a:lnTo>
                  <a:pt x="4792" y="20000"/>
                </a:lnTo>
                <a:lnTo>
                  <a:pt x="4790" y="20133"/>
                </a:lnTo>
                <a:lnTo>
                  <a:pt x="4784" y="20267"/>
                </a:lnTo>
                <a:lnTo>
                  <a:pt x="4790" y="20400"/>
                </a:lnTo>
                <a:lnTo>
                  <a:pt x="4792" y="20533"/>
                </a:lnTo>
                <a:lnTo>
                  <a:pt x="4804" y="20667"/>
                </a:lnTo>
                <a:lnTo>
                  <a:pt x="4812" y="20778"/>
                </a:lnTo>
                <a:lnTo>
                  <a:pt x="4826" y="20889"/>
                </a:lnTo>
                <a:lnTo>
                  <a:pt x="4843" y="21011"/>
                </a:lnTo>
                <a:lnTo>
                  <a:pt x="4860" y="21122"/>
                </a:lnTo>
                <a:lnTo>
                  <a:pt x="4885" y="21222"/>
                </a:lnTo>
                <a:lnTo>
                  <a:pt x="4911" y="21289"/>
                </a:lnTo>
                <a:lnTo>
                  <a:pt x="4933" y="21367"/>
                </a:lnTo>
                <a:lnTo>
                  <a:pt x="4964" y="21444"/>
                </a:lnTo>
                <a:lnTo>
                  <a:pt x="4992" y="21500"/>
                </a:lnTo>
                <a:lnTo>
                  <a:pt x="5026" y="21544"/>
                </a:lnTo>
                <a:lnTo>
                  <a:pt x="5060" y="21578"/>
                </a:lnTo>
                <a:lnTo>
                  <a:pt x="5093" y="21600"/>
                </a:lnTo>
                <a:lnTo>
                  <a:pt x="5161" y="21600"/>
                </a:lnTo>
                <a:lnTo>
                  <a:pt x="5195" y="21578"/>
                </a:lnTo>
                <a:lnTo>
                  <a:pt x="5228" y="21544"/>
                </a:lnTo>
                <a:lnTo>
                  <a:pt x="5257" y="21500"/>
                </a:lnTo>
                <a:lnTo>
                  <a:pt x="5287" y="21444"/>
                </a:lnTo>
                <a:lnTo>
                  <a:pt x="5344" y="21289"/>
                </a:lnTo>
                <a:lnTo>
                  <a:pt x="5369" y="21222"/>
                </a:lnTo>
                <a:lnTo>
                  <a:pt x="5389" y="21122"/>
                </a:lnTo>
                <a:lnTo>
                  <a:pt x="5408" y="21011"/>
                </a:lnTo>
                <a:lnTo>
                  <a:pt x="5425" y="20889"/>
                </a:lnTo>
                <a:lnTo>
                  <a:pt x="5442" y="20778"/>
                </a:lnTo>
                <a:lnTo>
                  <a:pt x="5451" y="20667"/>
                </a:lnTo>
                <a:lnTo>
                  <a:pt x="5459" y="20533"/>
                </a:lnTo>
                <a:lnTo>
                  <a:pt x="5465" y="20400"/>
                </a:lnTo>
                <a:lnTo>
                  <a:pt x="5465" y="20133"/>
                </a:lnTo>
                <a:lnTo>
                  <a:pt x="5459" y="20000"/>
                </a:lnTo>
                <a:lnTo>
                  <a:pt x="5442" y="19733"/>
                </a:lnTo>
                <a:lnTo>
                  <a:pt x="5425" y="19611"/>
                </a:lnTo>
                <a:lnTo>
                  <a:pt x="5408" y="19500"/>
                </a:lnTo>
                <a:lnTo>
                  <a:pt x="5389" y="19400"/>
                </a:lnTo>
                <a:lnTo>
                  <a:pt x="5369" y="19311"/>
                </a:lnTo>
                <a:lnTo>
                  <a:pt x="5344" y="19233"/>
                </a:lnTo>
                <a:lnTo>
                  <a:pt x="5316" y="19133"/>
                </a:lnTo>
                <a:lnTo>
                  <a:pt x="5287" y="19078"/>
                </a:lnTo>
                <a:lnTo>
                  <a:pt x="5257" y="19022"/>
                </a:lnTo>
                <a:lnTo>
                  <a:pt x="5228" y="18989"/>
                </a:lnTo>
                <a:lnTo>
                  <a:pt x="5195" y="18944"/>
                </a:lnTo>
                <a:lnTo>
                  <a:pt x="5161" y="18922"/>
                </a:lnTo>
                <a:lnTo>
                  <a:pt x="5127" y="18911"/>
                </a:lnTo>
                <a:close/>
              </a:path>
            </a:pathLst>
          </a:custGeom>
          <a:solidFill>
            <a:srgbClr val="000006"/>
          </a:solidFill>
          <a:ln w="12700">
            <a:miter lim="400000"/>
          </a:ln>
        </p:spPr>
        <p:txBody>
          <a:bodyPr lIns="45719" rIns="45719"/>
          <a:lstStyle/>
          <a:p>
            <a:pPr/>
          </a:p>
        </p:txBody>
      </p:sp>
      <p:sp>
        <p:nvSpPr>
          <p:cNvPr id="165" name="MSIPCMContentMarking"/>
          <p:cNvSpPr txBox="1"/>
          <p:nvPr/>
        </p:nvSpPr>
        <p:spPr>
          <a:xfrm>
            <a:off x="5263052" y="6658292"/>
            <a:ext cx="166589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000000"/>
                </a:solidFill>
                <a:latin typeface="+mj-lt"/>
                <a:ea typeface="+mj-ea"/>
                <a:cs typeface="+mj-cs"/>
                <a:sym typeface="Calibri"/>
              </a:defRPr>
            </a:lvl1pPr>
          </a:lstStyle>
          <a:p>
            <a:pPr/>
            <a:r>
              <a:t>Classification: Confidential</a:t>
            </a:r>
          </a:p>
        </p:txBody>
      </p:sp>
      <p:sp>
        <p:nvSpPr>
          <p:cNvPr id="166" name="Rectangle 1"/>
          <p:cNvSpPr/>
          <p:nvPr/>
        </p:nvSpPr>
        <p:spPr>
          <a:xfrm>
            <a:off x="177800" y="6223000"/>
            <a:ext cx="336550" cy="299969"/>
          </a:xfrm>
          <a:prstGeom prst="rect">
            <a:avLst/>
          </a:prstGeom>
          <a:solidFill>
            <a:srgbClr val="000006"/>
          </a:solidFill>
          <a:ln w="12700">
            <a:miter lim="400000"/>
          </a:ln>
        </p:spPr>
        <p:txBody>
          <a:bodyPr lIns="45719" rIns="45719" anchor="ctr"/>
          <a:lstStyle/>
          <a:p>
            <a:pPr algn="ctr">
              <a:defRPr>
                <a:solidFill>
                  <a:srgbClr val="FFFFFF"/>
                </a:solidFill>
              </a:defRPr>
            </a:pPr>
          </a:p>
        </p:txBody>
      </p:sp>
      <p:sp>
        <p:nvSpPr>
          <p:cNvPr id="167" name="Rectangle 4"/>
          <p:cNvSpPr txBox="1"/>
          <p:nvPr/>
        </p:nvSpPr>
        <p:spPr>
          <a:xfrm>
            <a:off x="3631660" y="4648448"/>
            <a:ext cx="7954551" cy="1828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p>
            <a:pPr algn="just">
              <a:defRPr sz="1000">
                <a:solidFill>
                  <a:srgbClr val="736D67"/>
                </a:solidFill>
                <a:latin typeface="Roboto Medium"/>
                <a:ea typeface="Roboto Medium"/>
                <a:cs typeface="Roboto Medium"/>
                <a:sym typeface="Roboto Medium"/>
              </a:defRPr>
            </a:pPr>
            <a:r>
              <a:t>Disclaimer: </a:t>
            </a:r>
            <a:r>
              <a:rPr>
                <a:latin typeface="Roboto Light"/>
                <a:ea typeface="Roboto Light"/>
                <a:cs typeface="Roboto Light"/>
                <a:sym typeface="Roboto Light"/>
              </a:rPr>
              <a:t>This document comprises, and is the subject of intellectual property (including copyright) and confidentiality rights of one or multiple owners, including The Quantium Group Pty Limited and its affiliates (</a:t>
            </a:r>
            <a:r>
              <a:t>Quantium</a:t>
            </a:r>
            <a:r>
              <a:rPr>
                <a:latin typeface="Roboto Light"/>
                <a:ea typeface="Roboto Light"/>
                <a:cs typeface="Roboto Light"/>
                <a:sym typeface="Roboto Light"/>
              </a:rPr>
              <a:t>) and where applicable, its third-party data owners (</a:t>
            </a:r>
            <a:r>
              <a:t>Data Providers</a:t>
            </a:r>
            <a:r>
              <a:rPr>
                <a:latin typeface="Roboto Light"/>
                <a:ea typeface="Roboto Light"/>
                <a:cs typeface="Roboto Light"/>
                <a:sym typeface="Roboto Light"/>
              </a:rPr>
              <a:t>), together (</a:t>
            </a:r>
            <a:r>
              <a:t>IP Owners</a:t>
            </a:r>
            <a:r>
              <a:rPr>
                <a:latin typeface="Roboto Light"/>
                <a:ea typeface="Roboto Light"/>
                <a:cs typeface="Roboto Light"/>
                <a:sym typeface="Roboto Light"/>
              </a:rPr>
              <a:t>). The information contained in this document may have been prepared using raw data owned by the Data Providers. The Data Providers have not been involved in the analysis of the raw data, the preparation of, or the information contained in the document. The IP Owners do not make any representation (express or implied), nor give any guarantee or warranty in relation to the accuracy, completeness or appropriateness of the raw data, nor the analysis contained in this document. None of the IP Owners will have any liability for any use or disclosure by the recipient of any information contained in, or derived from this document. To the maximum extent permitted by law, the IP Owners expressly disclaim, take no responsibility for and have no liability for the preparation, contents, accuracy or completeness of this document, nor the analysis on which it is based. This document 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6"/>
          <p:cNvSpPr/>
          <p:nvPr/>
        </p:nvSpPr>
        <p:spPr>
          <a:xfrm>
            <a:off x="-1" y="0"/>
            <a:ext cx="740979" cy="6858000"/>
          </a:xfrm>
          <a:prstGeom prst="rect">
            <a:avLst/>
          </a:prstGeom>
          <a:solidFill>
            <a:srgbClr val="000005"/>
          </a:solidFill>
          <a:ln w="12700">
            <a:miter lim="400000"/>
          </a:ln>
        </p:spPr>
        <p:txBody>
          <a:bodyPr lIns="45719" rIns="45719" anchor="ctr"/>
          <a:lstStyle/>
          <a:p>
            <a:pPr algn="ctr">
              <a:defRPr>
                <a:solidFill>
                  <a:srgbClr val="FFFFFF"/>
                </a:solidFill>
              </a:defRPr>
            </a:pPr>
          </a:p>
        </p:txBody>
      </p:sp>
      <p:sp>
        <p:nvSpPr>
          <p:cNvPr id="3" name="Slide Number"/>
          <p:cNvSpPr txBox="1"/>
          <p:nvPr>
            <p:ph type="sldNum" sz="quarter" idx="2"/>
          </p:nvPr>
        </p:nvSpPr>
        <p:spPr>
          <a:xfrm>
            <a:off x="204646" y="6239657"/>
            <a:ext cx="301908" cy="307341"/>
          </a:xfrm>
          <a:prstGeom prst="rect">
            <a:avLst/>
          </a:prstGeom>
          <a:ln w="12700">
            <a:miter lim="400000"/>
          </a:ln>
        </p:spPr>
        <p:txBody>
          <a:bodyPr wrap="none" lIns="45719" rIns="45719">
            <a:spAutoFit/>
          </a:bodyPr>
          <a:lstStyle>
            <a:lvl1pPr algn="ctr">
              <a:defRPr sz="1400">
                <a:solidFill>
                  <a:srgbClr val="FFFFFF"/>
                </a:solidFill>
                <a:latin typeface="Roboto"/>
                <a:ea typeface="Roboto"/>
                <a:cs typeface="Roboto"/>
                <a:sym typeface="Roboto"/>
              </a:defRPr>
            </a:lvl1pPr>
          </a:lstStyle>
          <a:p>
            <a:pPr/>
            <a:fld id="{86CB4B4D-7CA3-9044-876B-883B54F8677D}" type="slidenum"/>
          </a:p>
        </p:txBody>
      </p:sp>
      <p:sp>
        <p:nvSpPr>
          <p:cNvPr id="4" name="Oval 4"/>
          <p:cNvSpPr/>
          <p:nvPr/>
        </p:nvSpPr>
        <p:spPr>
          <a:xfrm>
            <a:off x="-394522" y="473748"/>
            <a:ext cx="229579" cy="229579"/>
          </a:xfrm>
          <a:prstGeom prst="ellipse">
            <a:avLst/>
          </a:prstGeom>
          <a:solidFill>
            <a:srgbClr val="FFFFFF"/>
          </a:solidFill>
          <a:ln w="6350">
            <a:solidFill>
              <a:srgbClr val="000005"/>
            </a:solidFill>
            <a:miter/>
          </a:ln>
        </p:spPr>
        <p:txBody>
          <a:bodyPr lIns="45719" rIns="45719" anchor="ctr"/>
          <a:lstStyle/>
          <a:p>
            <a:pPr algn="ctr">
              <a:defRPr>
                <a:solidFill>
                  <a:srgbClr val="FFFFFF"/>
                </a:solidFill>
              </a:defRPr>
            </a:pPr>
          </a:p>
        </p:txBody>
      </p:sp>
      <p:sp>
        <p:nvSpPr>
          <p:cNvPr id="5" name="Oval 5"/>
          <p:cNvSpPr/>
          <p:nvPr/>
        </p:nvSpPr>
        <p:spPr>
          <a:xfrm>
            <a:off x="-394522" y="783791"/>
            <a:ext cx="229579" cy="229579"/>
          </a:xfrm>
          <a:prstGeom prst="ellipse">
            <a:avLst/>
          </a:prstGeom>
          <a:solidFill>
            <a:srgbClr val="000005"/>
          </a:solidFill>
          <a:ln w="12700">
            <a:miter lim="400000"/>
          </a:ln>
        </p:spPr>
        <p:txBody>
          <a:bodyPr lIns="45719" rIns="45719" anchor="ctr"/>
          <a:lstStyle/>
          <a:p>
            <a:pPr algn="ctr">
              <a:defRPr>
                <a:solidFill>
                  <a:srgbClr val="FFFFFF"/>
                </a:solidFill>
              </a:defRPr>
            </a:pPr>
          </a:p>
        </p:txBody>
      </p:sp>
      <p:sp>
        <p:nvSpPr>
          <p:cNvPr id="6" name="Oval 7"/>
          <p:cNvSpPr/>
          <p:nvPr/>
        </p:nvSpPr>
        <p:spPr>
          <a:xfrm>
            <a:off x="-394522" y="1093833"/>
            <a:ext cx="229579" cy="229579"/>
          </a:xfrm>
          <a:prstGeom prst="ellipse">
            <a:avLst/>
          </a:prstGeom>
          <a:solidFill>
            <a:srgbClr val="ECE8E4"/>
          </a:solidFill>
          <a:ln w="6350">
            <a:solidFill>
              <a:srgbClr val="000005"/>
            </a:solidFill>
            <a:miter/>
          </a:ln>
        </p:spPr>
        <p:txBody>
          <a:bodyPr lIns="45719" rIns="45719" anchor="ctr"/>
          <a:lstStyle/>
          <a:p>
            <a:pPr algn="ctr">
              <a:defRPr>
                <a:solidFill>
                  <a:srgbClr val="FFFFFF"/>
                </a:solidFill>
              </a:defRPr>
            </a:pPr>
          </a:p>
        </p:txBody>
      </p:sp>
      <p:sp>
        <p:nvSpPr>
          <p:cNvPr id="7" name="Oval 10"/>
          <p:cNvSpPr/>
          <p:nvPr/>
        </p:nvSpPr>
        <p:spPr>
          <a:xfrm>
            <a:off x="-394522" y="1403874"/>
            <a:ext cx="229579" cy="229579"/>
          </a:xfrm>
          <a:prstGeom prst="ellipse">
            <a:avLst/>
          </a:prstGeom>
          <a:solidFill>
            <a:schemeClr val="accent1"/>
          </a:solidFill>
          <a:ln w="12700">
            <a:miter lim="400000"/>
          </a:ln>
        </p:spPr>
        <p:txBody>
          <a:bodyPr lIns="45719" rIns="45719" anchor="ctr"/>
          <a:lstStyle/>
          <a:p>
            <a:pPr algn="ctr">
              <a:defRPr>
                <a:solidFill>
                  <a:srgbClr val="FFFFFF"/>
                </a:solidFill>
              </a:defRPr>
            </a:pPr>
          </a:p>
        </p:txBody>
      </p:sp>
      <p:sp>
        <p:nvSpPr>
          <p:cNvPr id="8" name="Oval 11"/>
          <p:cNvSpPr/>
          <p:nvPr/>
        </p:nvSpPr>
        <p:spPr>
          <a:xfrm>
            <a:off x="-394522" y="2334000"/>
            <a:ext cx="229579" cy="229579"/>
          </a:xfrm>
          <a:prstGeom prst="ellipse">
            <a:avLst/>
          </a:prstGeom>
          <a:solidFill>
            <a:schemeClr val="accent2"/>
          </a:solidFill>
          <a:ln w="12700">
            <a:miter lim="400000"/>
          </a:ln>
        </p:spPr>
        <p:txBody>
          <a:bodyPr lIns="45719" rIns="45719" anchor="ctr"/>
          <a:lstStyle/>
          <a:p>
            <a:pPr algn="ctr">
              <a:defRPr>
                <a:solidFill>
                  <a:srgbClr val="FFFFFF"/>
                </a:solidFill>
              </a:defRPr>
            </a:pPr>
          </a:p>
        </p:txBody>
      </p:sp>
      <p:sp>
        <p:nvSpPr>
          <p:cNvPr id="9" name="Oval 12"/>
          <p:cNvSpPr/>
          <p:nvPr/>
        </p:nvSpPr>
        <p:spPr>
          <a:xfrm>
            <a:off x="-394522" y="1713917"/>
            <a:ext cx="229579" cy="229579"/>
          </a:xfrm>
          <a:prstGeom prst="ellipse">
            <a:avLst/>
          </a:prstGeom>
          <a:solidFill>
            <a:schemeClr val="accent4"/>
          </a:solidFill>
          <a:ln w="12700">
            <a:miter lim="400000"/>
          </a:ln>
        </p:spPr>
        <p:txBody>
          <a:bodyPr lIns="45719" rIns="45719" anchor="ctr"/>
          <a:lstStyle/>
          <a:p>
            <a:pPr algn="ctr">
              <a:defRPr>
                <a:solidFill>
                  <a:srgbClr val="FFFFFF"/>
                </a:solidFill>
              </a:defRPr>
            </a:pPr>
          </a:p>
        </p:txBody>
      </p:sp>
      <p:sp>
        <p:nvSpPr>
          <p:cNvPr id="10" name="Oval 13"/>
          <p:cNvSpPr/>
          <p:nvPr/>
        </p:nvSpPr>
        <p:spPr>
          <a:xfrm>
            <a:off x="-394522" y="2023959"/>
            <a:ext cx="229579" cy="229579"/>
          </a:xfrm>
          <a:prstGeom prst="ellipse">
            <a:avLst/>
          </a:prstGeom>
          <a:solidFill>
            <a:schemeClr val="accent3"/>
          </a:solidFill>
          <a:ln w="12700">
            <a:miter lim="400000"/>
          </a:ln>
        </p:spPr>
        <p:txBody>
          <a:bodyPr lIns="45719" rIns="45719" anchor="ctr"/>
          <a:lstStyle/>
          <a:p>
            <a:pPr algn="ctr">
              <a:defRPr>
                <a:solidFill>
                  <a:srgbClr val="FFFFFF"/>
                </a:solidFill>
              </a:defRPr>
            </a:pPr>
          </a:p>
        </p:txBody>
      </p:sp>
      <p:sp>
        <p:nvSpPr>
          <p:cNvPr id="11" name="Oval 14"/>
          <p:cNvSpPr/>
          <p:nvPr/>
        </p:nvSpPr>
        <p:spPr>
          <a:xfrm>
            <a:off x="-394522" y="2644043"/>
            <a:ext cx="229579" cy="229579"/>
          </a:xfrm>
          <a:prstGeom prst="ellipse">
            <a:avLst/>
          </a:prstGeom>
          <a:solidFill>
            <a:schemeClr val="accent6"/>
          </a:solidFill>
          <a:ln w="12700">
            <a:miter lim="400000"/>
          </a:ln>
        </p:spPr>
        <p:txBody>
          <a:bodyPr lIns="45719" rIns="45719" anchor="ctr"/>
          <a:lstStyle/>
          <a:p>
            <a:pPr algn="ctr">
              <a:defRPr>
                <a:solidFill>
                  <a:srgbClr val="FFFFFF"/>
                </a:solidFill>
              </a:defRPr>
            </a:pPr>
          </a:p>
        </p:txBody>
      </p:sp>
      <p:sp>
        <p:nvSpPr>
          <p:cNvPr id="12" name="Oval 15"/>
          <p:cNvSpPr/>
          <p:nvPr/>
        </p:nvSpPr>
        <p:spPr>
          <a:xfrm>
            <a:off x="-394522" y="3802924"/>
            <a:ext cx="230402" cy="230401"/>
          </a:xfrm>
          <a:prstGeom prst="ellipse">
            <a:avLst/>
          </a:prstGeom>
          <a:solidFill>
            <a:srgbClr val="3F68AD"/>
          </a:solidFill>
          <a:ln w="12700">
            <a:miter lim="400000"/>
          </a:ln>
        </p:spPr>
        <p:txBody>
          <a:bodyPr lIns="45719" rIns="45719" anchor="ctr"/>
          <a:lstStyle/>
          <a:p>
            <a:pPr algn="ctr">
              <a:defRPr>
                <a:solidFill>
                  <a:srgbClr val="FFFFFF"/>
                </a:solidFill>
              </a:defRPr>
            </a:pPr>
          </a:p>
        </p:txBody>
      </p:sp>
      <p:sp>
        <p:nvSpPr>
          <p:cNvPr id="13" name="Oval 16"/>
          <p:cNvSpPr/>
          <p:nvPr/>
        </p:nvSpPr>
        <p:spPr>
          <a:xfrm>
            <a:off x="-394522" y="4113789"/>
            <a:ext cx="230402" cy="230401"/>
          </a:xfrm>
          <a:prstGeom prst="ellipse">
            <a:avLst/>
          </a:prstGeom>
          <a:solidFill>
            <a:srgbClr val="44B5C4"/>
          </a:solidFill>
          <a:ln w="12700">
            <a:miter lim="400000"/>
          </a:ln>
        </p:spPr>
        <p:txBody>
          <a:bodyPr lIns="45719" rIns="45719" anchor="ctr"/>
          <a:lstStyle/>
          <a:p>
            <a:pPr algn="ctr">
              <a:defRPr>
                <a:solidFill>
                  <a:srgbClr val="FFFFFF"/>
                </a:solidFill>
              </a:defRPr>
            </a:pPr>
          </a:p>
        </p:txBody>
      </p:sp>
      <p:sp>
        <p:nvSpPr>
          <p:cNvPr id="14" name="Oval 17"/>
          <p:cNvSpPr/>
          <p:nvPr/>
        </p:nvSpPr>
        <p:spPr>
          <a:xfrm>
            <a:off x="-394522" y="4424655"/>
            <a:ext cx="230402" cy="230401"/>
          </a:xfrm>
          <a:prstGeom prst="ellipse">
            <a:avLst/>
          </a:prstGeom>
          <a:solidFill>
            <a:srgbClr val="44D6A3"/>
          </a:solidFill>
          <a:ln w="12700">
            <a:miter lim="400000"/>
          </a:ln>
        </p:spPr>
        <p:txBody>
          <a:bodyPr lIns="45719" rIns="45719" anchor="ctr"/>
          <a:lstStyle/>
          <a:p>
            <a:pPr algn="ctr">
              <a:defRPr>
                <a:solidFill>
                  <a:srgbClr val="FFFFFF"/>
                </a:solidFill>
              </a:defRPr>
            </a:pPr>
          </a:p>
        </p:txBody>
      </p:sp>
      <p:sp>
        <p:nvSpPr>
          <p:cNvPr id="15" name="Oval 18"/>
          <p:cNvSpPr/>
          <p:nvPr/>
        </p:nvSpPr>
        <p:spPr>
          <a:xfrm>
            <a:off x="-394522" y="4735519"/>
            <a:ext cx="230402" cy="230401"/>
          </a:xfrm>
          <a:prstGeom prst="ellipse">
            <a:avLst/>
          </a:prstGeom>
          <a:solidFill>
            <a:srgbClr val="7FDD7C"/>
          </a:solidFill>
          <a:ln w="12700">
            <a:miter lim="400000"/>
          </a:ln>
        </p:spPr>
        <p:txBody>
          <a:bodyPr lIns="45719" rIns="45719" anchor="ctr"/>
          <a:lstStyle/>
          <a:p>
            <a:pPr algn="ctr">
              <a:defRPr>
                <a:solidFill>
                  <a:srgbClr val="FFFFFF"/>
                </a:solidFill>
              </a:defRPr>
            </a:pPr>
          </a:p>
        </p:txBody>
      </p:sp>
      <p:sp>
        <p:nvSpPr>
          <p:cNvPr id="16" name="Oval 19"/>
          <p:cNvSpPr/>
          <p:nvPr/>
        </p:nvSpPr>
        <p:spPr>
          <a:xfrm>
            <a:off x="-394522" y="5046384"/>
            <a:ext cx="230402" cy="230402"/>
          </a:xfrm>
          <a:prstGeom prst="ellipse">
            <a:avLst/>
          </a:prstGeom>
          <a:solidFill>
            <a:srgbClr val="EACC77"/>
          </a:solidFill>
          <a:ln w="12700">
            <a:miter lim="400000"/>
          </a:ln>
        </p:spPr>
        <p:txBody>
          <a:bodyPr lIns="45719" rIns="45719" anchor="ctr"/>
          <a:lstStyle/>
          <a:p>
            <a:pPr algn="ctr">
              <a:defRPr>
                <a:solidFill>
                  <a:srgbClr val="FFFFFF"/>
                </a:solidFill>
              </a:defRPr>
            </a:pPr>
          </a:p>
        </p:txBody>
      </p:sp>
      <p:sp>
        <p:nvSpPr>
          <p:cNvPr id="17" name="Oval 20"/>
          <p:cNvSpPr/>
          <p:nvPr/>
        </p:nvSpPr>
        <p:spPr>
          <a:xfrm>
            <a:off x="-394522" y="5357250"/>
            <a:ext cx="230402" cy="230401"/>
          </a:xfrm>
          <a:prstGeom prst="ellipse">
            <a:avLst/>
          </a:prstGeom>
          <a:solidFill>
            <a:srgbClr val="EF9B47"/>
          </a:solidFill>
          <a:ln w="12700">
            <a:miter lim="400000"/>
          </a:ln>
        </p:spPr>
        <p:txBody>
          <a:bodyPr lIns="45719" rIns="45719" anchor="ctr"/>
          <a:lstStyle/>
          <a:p>
            <a:pPr algn="ctr">
              <a:defRPr>
                <a:solidFill>
                  <a:srgbClr val="FFFFFF"/>
                </a:solidFill>
              </a:defRPr>
            </a:pPr>
          </a:p>
        </p:txBody>
      </p:sp>
      <p:sp>
        <p:nvSpPr>
          <p:cNvPr id="18" name="Oval 21"/>
          <p:cNvSpPr/>
          <p:nvPr/>
        </p:nvSpPr>
        <p:spPr>
          <a:xfrm>
            <a:off x="-394522" y="5668114"/>
            <a:ext cx="230402" cy="230401"/>
          </a:xfrm>
          <a:prstGeom prst="ellipse">
            <a:avLst/>
          </a:prstGeom>
          <a:solidFill>
            <a:srgbClr val="EF6347"/>
          </a:solidFill>
          <a:ln w="12700">
            <a:miter lim="400000"/>
          </a:ln>
        </p:spPr>
        <p:txBody>
          <a:bodyPr lIns="45719" rIns="45719" anchor="ctr"/>
          <a:lstStyle/>
          <a:p>
            <a:pPr algn="ctr">
              <a:defRPr>
                <a:solidFill>
                  <a:srgbClr val="FFFFFF"/>
                </a:solidFill>
              </a:defRPr>
            </a:pPr>
          </a:p>
        </p:txBody>
      </p:sp>
      <p:sp>
        <p:nvSpPr>
          <p:cNvPr id="19" name="Oval 22"/>
          <p:cNvSpPr/>
          <p:nvPr/>
        </p:nvSpPr>
        <p:spPr>
          <a:xfrm>
            <a:off x="-394522" y="5978980"/>
            <a:ext cx="230402" cy="230401"/>
          </a:xfrm>
          <a:prstGeom prst="ellipse">
            <a:avLst/>
          </a:prstGeom>
          <a:solidFill>
            <a:srgbClr val="C96377"/>
          </a:solidFill>
          <a:ln w="12700">
            <a:miter lim="400000"/>
          </a:ln>
        </p:spPr>
        <p:txBody>
          <a:bodyPr lIns="45719" rIns="45719" anchor="ctr"/>
          <a:lstStyle/>
          <a:p>
            <a:pPr algn="ctr">
              <a:defRPr>
                <a:solidFill>
                  <a:srgbClr val="FFFFFF"/>
                </a:solidFill>
              </a:defRPr>
            </a:pPr>
          </a:p>
        </p:txBody>
      </p:sp>
      <p:sp>
        <p:nvSpPr>
          <p:cNvPr id="20" name="Oval 23"/>
          <p:cNvSpPr/>
          <p:nvPr/>
        </p:nvSpPr>
        <p:spPr>
          <a:xfrm>
            <a:off x="-394522" y="6289840"/>
            <a:ext cx="230402" cy="230401"/>
          </a:xfrm>
          <a:prstGeom prst="ellipse">
            <a:avLst/>
          </a:prstGeom>
          <a:solidFill>
            <a:srgbClr val="8E72BF"/>
          </a:solidFill>
          <a:ln w="12700">
            <a:miter lim="400000"/>
          </a:ln>
        </p:spPr>
        <p:txBody>
          <a:bodyPr lIns="45719" rIns="45719" anchor="ctr"/>
          <a:lstStyle/>
          <a:p>
            <a:pPr algn="ctr">
              <a:defRPr>
                <a:solidFill>
                  <a:srgbClr val="FFFFFF"/>
                </a:solidFill>
              </a:defRPr>
            </a:pPr>
          </a:p>
        </p:txBody>
      </p:sp>
      <p:sp>
        <p:nvSpPr>
          <p:cNvPr id="21" name="Freeform 5"/>
          <p:cNvSpPr/>
          <p:nvPr/>
        </p:nvSpPr>
        <p:spPr>
          <a:xfrm>
            <a:off x="1206500" y="6209379"/>
            <a:ext cx="1422400" cy="360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263" y="6967"/>
                </a:moveTo>
                <a:lnTo>
                  <a:pt x="7928" y="6967"/>
                </a:lnTo>
                <a:lnTo>
                  <a:pt x="7920" y="7033"/>
                </a:lnTo>
                <a:lnTo>
                  <a:pt x="7886" y="7567"/>
                </a:lnTo>
                <a:lnTo>
                  <a:pt x="7878" y="7600"/>
                </a:lnTo>
                <a:lnTo>
                  <a:pt x="7867" y="7622"/>
                </a:lnTo>
                <a:lnTo>
                  <a:pt x="7858" y="7622"/>
                </a:lnTo>
                <a:lnTo>
                  <a:pt x="7844" y="7578"/>
                </a:lnTo>
                <a:lnTo>
                  <a:pt x="7799" y="7433"/>
                </a:lnTo>
                <a:lnTo>
                  <a:pt x="7751" y="7300"/>
                </a:lnTo>
                <a:lnTo>
                  <a:pt x="7689" y="7167"/>
                </a:lnTo>
                <a:lnTo>
                  <a:pt x="7625" y="7044"/>
                </a:lnTo>
                <a:lnTo>
                  <a:pt x="7557" y="6956"/>
                </a:lnTo>
                <a:lnTo>
                  <a:pt x="7484" y="6878"/>
                </a:lnTo>
                <a:lnTo>
                  <a:pt x="7414" y="6833"/>
                </a:lnTo>
                <a:lnTo>
                  <a:pt x="7341" y="6822"/>
                </a:lnTo>
                <a:lnTo>
                  <a:pt x="7242" y="6833"/>
                </a:lnTo>
                <a:lnTo>
                  <a:pt x="7147" y="6889"/>
                </a:lnTo>
                <a:lnTo>
                  <a:pt x="7059" y="6967"/>
                </a:lnTo>
                <a:lnTo>
                  <a:pt x="6978" y="7100"/>
                </a:lnTo>
                <a:lnTo>
                  <a:pt x="6899" y="7256"/>
                </a:lnTo>
                <a:lnTo>
                  <a:pt x="6829" y="7433"/>
                </a:lnTo>
                <a:lnTo>
                  <a:pt x="6761" y="7644"/>
                </a:lnTo>
                <a:lnTo>
                  <a:pt x="6702" y="7889"/>
                </a:lnTo>
                <a:lnTo>
                  <a:pt x="6649" y="8156"/>
                </a:lnTo>
                <a:lnTo>
                  <a:pt x="6601" y="8456"/>
                </a:lnTo>
                <a:lnTo>
                  <a:pt x="6562" y="8767"/>
                </a:lnTo>
                <a:lnTo>
                  <a:pt x="6528" y="9111"/>
                </a:lnTo>
                <a:lnTo>
                  <a:pt x="6500" y="9478"/>
                </a:lnTo>
                <a:lnTo>
                  <a:pt x="6480" y="9878"/>
                </a:lnTo>
                <a:lnTo>
                  <a:pt x="6472" y="10278"/>
                </a:lnTo>
                <a:lnTo>
                  <a:pt x="6466" y="10700"/>
                </a:lnTo>
                <a:lnTo>
                  <a:pt x="6472" y="11111"/>
                </a:lnTo>
                <a:lnTo>
                  <a:pt x="6486" y="11511"/>
                </a:lnTo>
                <a:lnTo>
                  <a:pt x="6505" y="11900"/>
                </a:lnTo>
                <a:lnTo>
                  <a:pt x="6528" y="12256"/>
                </a:lnTo>
                <a:lnTo>
                  <a:pt x="6567" y="12600"/>
                </a:lnTo>
                <a:lnTo>
                  <a:pt x="6607" y="12933"/>
                </a:lnTo>
                <a:lnTo>
                  <a:pt x="6654" y="13211"/>
                </a:lnTo>
                <a:lnTo>
                  <a:pt x="6708" y="13500"/>
                </a:lnTo>
                <a:lnTo>
                  <a:pt x="6770" y="13733"/>
                </a:lnTo>
                <a:lnTo>
                  <a:pt x="6837" y="13944"/>
                </a:lnTo>
                <a:lnTo>
                  <a:pt x="6905" y="14133"/>
                </a:lnTo>
                <a:lnTo>
                  <a:pt x="6983" y="14289"/>
                </a:lnTo>
                <a:lnTo>
                  <a:pt x="7065" y="14400"/>
                </a:lnTo>
                <a:lnTo>
                  <a:pt x="7152" y="14500"/>
                </a:lnTo>
                <a:lnTo>
                  <a:pt x="7242" y="14556"/>
                </a:lnTo>
                <a:lnTo>
                  <a:pt x="7341" y="14567"/>
                </a:lnTo>
                <a:lnTo>
                  <a:pt x="7397" y="14556"/>
                </a:lnTo>
                <a:lnTo>
                  <a:pt x="7450" y="14533"/>
                </a:lnTo>
                <a:lnTo>
                  <a:pt x="7501" y="14500"/>
                </a:lnTo>
                <a:lnTo>
                  <a:pt x="7549" y="14456"/>
                </a:lnTo>
                <a:lnTo>
                  <a:pt x="7636" y="14344"/>
                </a:lnTo>
                <a:lnTo>
                  <a:pt x="7706" y="14211"/>
                </a:lnTo>
                <a:lnTo>
                  <a:pt x="7765" y="14078"/>
                </a:lnTo>
                <a:lnTo>
                  <a:pt x="7807" y="13944"/>
                </a:lnTo>
                <a:lnTo>
                  <a:pt x="7853" y="13789"/>
                </a:lnTo>
                <a:lnTo>
                  <a:pt x="7861" y="13767"/>
                </a:lnTo>
                <a:lnTo>
                  <a:pt x="7872" y="13767"/>
                </a:lnTo>
                <a:lnTo>
                  <a:pt x="7881" y="13811"/>
                </a:lnTo>
                <a:lnTo>
                  <a:pt x="7886" y="13822"/>
                </a:lnTo>
                <a:lnTo>
                  <a:pt x="7886" y="17300"/>
                </a:lnTo>
                <a:lnTo>
                  <a:pt x="7892" y="17322"/>
                </a:lnTo>
                <a:lnTo>
                  <a:pt x="7895" y="17344"/>
                </a:lnTo>
                <a:lnTo>
                  <a:pt x="8272" y="17344"/>
                </a:lnTo>
                <a:lnTo>
                  <a:pt x="8283" y="17300"/>
                </a:lnTo>
                <a:lnTo>
                  <a:pt x="8283" y="7011"/>
                </a:lnTo>
                <a:lnTo>
                  <a:pt x="8272" y="6967"/>
                </a:lnTo>
                <a:lnTo>
                  <a:pt x="8263" y="6967"/>
                </a:lnTo>
                <a:close/>
                <a:moveTo>
                  <a:pt x="7394" y="13122"/>
                </a:moveTo>
                <a:lnTo>
                  <a:pt x="7335" y="13122"/>
                </a:lnTo>
                <a:lnTo>
                  <a:pt x="7276" y="13078"/>
                </a:lnTo>
                <a:lnTo>
                  <a:pt x="7220" y="13022"/>
                </a:lnTo>
                <a:lnTo>
                  <a:pt x="7172" y="12944"/>
                </a:lnTo>
                <a:lnTo>
                  <a:pt x="7124" y="12856"/>
                </a:lnTo>
                <a:lnTo>
                  <a:pt x="7079" y="12733"/>
                </a:lnTo>
                <a:lnTo>
                  <a:pt x="7040" y="12600"/>
                </a:lnTo>
                <a:lnTo>
                  <a:pt x="7006" y="12456"/>
                </a:lnTo>
                <a:lnTo>
                  <a:pt x="6972" y="12278"/>
                </a:lnTo>
                <a:lnTo>
                  <a:pt x="6950" y="12089"/>
                </a:lnTo>
                <a:lnTo>
                  <a:pt x="6924" y="11900"/>
                </a:lnTo>
                <a:lnTo>
                  <a:pt x="6905" y="11667"/>
                </a:lnTo>
                <a:lnTo>
                  <a:pt x="6891" y="11444"/>
                </a:lnTo>
                <a:lnTo>
                  <a:pt x="6877" y="11211"/>
                </a:lnTo>
                <a:lnTo>
                  <a:pt x="6871" y="10967"/>
                </a:lnTo>
                <a:lnTo>
                  <a:pt x="6871" y="10422"/>
                </a:lnTo>
                <a:lnTo>
                  <a:pt x="6877" y="10178"/>
                </a:lnTo>
                <a:lnTo>
                  <a:pt x="6891" y="9933"/>
                </a:lnTo>
                <a:lnTo>
                  <a:pt x="6905" y="9700"/>
                </a:lnTo>
                <a:lnTo>
                  <a:pt x="6924" y="9489"/>
                </a:lnTo>
                <a:lnTo>
                  <a:pt x="6950" y="9278"/>
                </a:lnTo>
                <a:lnTo>
                  <a:pt x="6972" y="9111"/>
                </a:lnTo>
                <a:lnTo>
                  <a:pt x="7006" y="8933"/>
                </a:lnTo>
                <a:lnTo>
                  <a:pt x="7040" y="8789"/>
                </a:lnTo>
                <a:lnTo>
                  <a:pt x="7079" y="8633"/>
                </a:lnTo>
                <a:lnTo>
                  <a:pt x="7124" y="8522"/>
                </a:lnTo>
                <a:lnTo>
                  <a:pt x="7172" y="8422"/>
                </a:lnTo>
                <a:lnTo>
                  <a:pt x="7220" y="8344"/>
                </a:lnTo>
                <a:lnTo>
                  <a:pt x="7276" y="8289"/>
                </a:lnTo>
                <a:lnTo>
                  <a:pt x="7335" y="8256"/>
                </a:lnTo>
                <a:lnTo>
                  <a:pt x="7450" y="8256"/>
                </a:lnTo>
                <a:lnTo>
                  <a:pt x="7509" y="8289"/>
                </a:lnTo>
                <a:lnTo>
                  <a:pt x="7557" y="8344"/>
                </a:lnTo>
                <a:lnTo>
                  <a:pt x="7605" y="8422"/>
                </a:lnTo>
                <a:lnTo>
                  <a:pt x="7650" y="8522"/>
                </a:lnTo>
                <a:lnTo>
                  <a:pt x="7689" y="8633"/>
                </a:lnTo>
                <a:lnTo>
                  <a:pt x="7726" y="8789"/>
                </a:lnTo>
                <a:lnTo>
                  <a:pt x="7760" y="8933"/>
                </a:lnTo>
                <a:lnTo>
                  <a:pt x="7791" y="9111"/>
                </a:lnTo>
                <a:lnTo>
                  <a:pt x="7813" y="9278"/>
                </a:lnTo>
                <a:lnTo>
                  <a:pt x="7833" y="9489"/>
                </a:lnTo>
                <a:lnTo>
                  <a:pt x="7853" y="9700"/>
                </a:lnTo>
                <a:lnTo>
                  <a:pt x="7867" y="9933"/>
                </a:lnTo>
                <a:lnTo>
                  <a:pt x="7878" y="10178"/>
                </a:lnTo>
                <a:lnTo>
                  <a:pt x="7881" y="10422"/>
                </a:lnTo>
                <a:lnTo>
                  <a:pt x="7886" y="10700"/>
                </a:lnTo>
                <a:lnTo>
                  <a:pt x="7881" y="10967"/>
                </a:lnTo>
                <a:lnTo>
                  <a:pt x="7878" y="11233"/>
                </a:lnTo>
                <a:lnTo>
                  <a:pt x="7867" y="11478"/>
                </a:lnTo>
                <a:lnTo>
                  <a:pt x="7853" y="11711"/>
                </a:lnTo>
                <a:lnTo>
                  <a:pt x="7833" y="11922"/>
                </a:lnTo>
                <a:lnTo>
                  <a:pt x="7813" y="12122"/>
                </a:lnTo>
                <a:lnTo>
                  <a:pt x="7791" y="12300"/>
                </a:lnTo>
                <a:lnTo>
                  <a:pt x="7760" y="12467"/>
                </a:lnTo>
                <a:lnTo>
                  <a:pt x="7726" y="12622"/>
                </a:lnTo>
                <a:lnTo>
                  <a:pt x="7689" y="12756"/>
                </a:lnTo>
                <a:lnTo>
                  <a:pt x="7650" y="12867"/>
                </a:lnTo>
                <a:lnTo>
                  <a:pt x="7605" y="12944"/>
                </a:lnTo>
                <a:lnTo>
                  <a:pt x="7557" y="13022"/>
                </a:lnTo>
                <a:lnTo>
                  <a:pt x="7509" y="13078"/>
                </a:lnTo>
                <a:lnTo>
                  <a:pt x="7450" y="13122"/>
                </a:lnTo>
                <a:lnTo>
                  <a:pt x="7394" y="13122"/>
                </a:lnTo>
                <a:close/>
                <a:moveTo>
                  <a:pt x="10260" y="6967"/>
                </a:moveTo>
                <a:lnTo>
                  <a:pt x="9892" y="6967"/>
                </a:lnTo>
                <a:lnTo>
                  <a:pt x="9886" y="6989"/>
                </a:lnTo>
                <a:lnTo>
                  <a:pt x="9883" y="7011"/>
                </a:lnTo>
                <a:lnTo>
                  <a:pt x="9883" y="11156"/>
                </a:lnTo>
                <a:lnTo>
                  <a:pt x="9872" y="11533"/>
                </a:lnTo>
                <a:lnTo>
                  <a:pt x="9863" y="11711"/>
                </a:lnTo>
                <a:lnTo>
                  <a:pt x="9852" y="11878"/>
                </a:lnTo>
                <a:lnTo>
                  <a:pt x="9838" y="12056"/>
                </a:lnTo>
                <a:lnTo>
                  <a:pt x="9818" y="12222"/>
                </a:lnTo>
                <a:lnTo>
                  <a:pt x="9796" y="12378"/>
                </a:lnTo>
                <a:lnTo>
                  <a:pt x="9765" y="12511"/>
                </a:lnTo>
                <a:lnTo>
                  <a:pt x="9737" y="12644"/>
                </a:lnTo>
                <a:lnTo>
                  <a:pt x="9703" y="12778"/>
                </a:lnTo>
                <a:lnTo>
                  <a:pt x="9669" y="12867"/>
                </a:lnTo>
                <a:lnTo>
                  <a:pt x="9624" y="12967"/>
                </a:lnTo>
                <a:lnTo>
                  <a:pt x="9582" y="13022"/>
                </a:lnTo>
                <a:lnTo>
                  <a:pt x="9534" y="13078"/>
                </a:lnTo>
                <a:lnTo>
                  <a:pt x="9487" y="13122"/>
                </a:lnTo>
                <a:lnTo>
                  <a:pt x="9368" y="13122"/>
                </a:lnTo>
                <a:lnTo>
                  <a:pt x="9312" y="13078"/>
                </a:lnTo>
                <a:lnTo>
                  <a:pt x="9264" y="13022"/>
                </a:lnTo>
                <a:lnTo>
                  <a:pt x="9219" y="12944"/>
                </a:lnTo>
                <a:lnTo>
                  <a:pt x="9177" y="12856"/>
                </a:lnTo>
                <a:lnTo>
                  <a:pt x="9138" y="12733"/>
                </a:lnTo>
                <a:lnTo>
                  <a:pt x="9104" y="12622"/>
                </a:lnTo>
                <a:lnTo>
                  <a:pt x="9076" y="12467"/>
                </a:lnTo>
                <a:lnTo>
                  <a:pt x="9051" y="12322"/>
                </a:lnTo>
                <a:lnTo>
                  <a:pt x="9031" y="12167"/>
                </a:lnTo>
                <a:lnTo>
                  <a:pt x="9011" y="11989"/>
                </a:lnTo>
                <a:lnTo>
                  <a:pt x="8997" y="11822"/>
                </a:lnTo>
                <a:lnTo>
                  <a:pt x="8989" y="11633"/>
                </a:lnTo>
                <a:lnTo>
                  <a:pt x="8977" y="11456"/>
                </a:lnTo>
                <a:lnTo>
                  <a:pt x="8975" y="11267"/>
                </a:lnTo>
                <a:lnTo>
                  <a:pt x="8975" y="7011"/>
                </a:lnTo>
                <a:lnTo>
                  <a:pt x="8963" y="6967"/>
                </a:lnTo>
                <a:lnTo>
                  <a:pt x="8581" y="6967"/>
                </a:lnTo>
                <a:lnTo>
                  <a:pt x="8578" y="6989"/>
                </a:lnTo>
                <a:lnTo>
                  <a:pt x="8573" y="7011"/>
                </a:lnTo>
                <a:lnTo>
                  <a:pt x="8573" y="11422"/>
                </a:lnTo>
                <a:lnTo>
                  <a:pt x="8581" y="11767"/>
                </a:lnTo>
                <a:lnTo>
                  <a:pt x="8598" y="12089"/>
                </a:lnTo>
                <a:lnTo>
                  <a:pt x="8615" y="12411"/>
                </a:lnTo>
                <a:lnTo>
                  <a:pt x="8646" y="12722"/>
                </a:lnTo>
                <a:lnTo>
                  <a:pt x="8674" y="13011"/>
                </a:lnTo>
                <a:lnTo>
                  <a:pt x="8716" y="13278"/>
                </a:lnTo>
                <a:lnTo>
                  <a:pt x="8761" y="13522"/>
                </a:lnTo>
                <a:lnTo>
                  <a:pt x="8814" y="13756"/>
                </a:lnTo>
                <a:lnTo>
                  <a:pt x="8871" y="13956"/>
                </a:lnTo>
                <a:lnTo>
                  <a:pt x="8935" y="14133"/>
                </a:lnTo>
                <a:lnTo>
                  <a:pt x="9011" y="14289"/>
                </a:lnTo>
                <a:lnTo>
                  <a:pt x="9090" y="14400"/>
                </a:lnTo>
                <a:lnTo>
                  <a:pt x="9177" y="14500"/>
                </a:lnTo>
                <a:lnTo>
                  <a:pt x="9273" y="14556"/>
                </a:lnTo>
                <a:lnTo>
                  <a:pt x="9374" y="14567"/>
                </a:lnTo>
                <a:lnTo>
                  <a:pt x="9447" y="14556"/>
                </a:lnTo>
                <a:lnTo>
                  <a:pt x="9520" y="14500"/>
                </a:lnTo>
                <a:lnTo>
                  <a:pt x="9588" y="14422"/>
                </a:lnTo>
                <a:lnTo>
                  <a:pt x="9655" y="14322"/>
                </a:lnTo>
                <a:lnTo>
                  <a:pt x="9712" y="14211"/>
                </a:lnTo>
                <a:lnTo>
                  <a:pt x="9762" y="14056"/>
                </a:lnTo>
                <a:lnTo>
                  <a:pt x="9804" y="13922"/>
                </a:lnTo>
                <a:lnTo>
                  <a:pt x="9838" y="13767"/>
                </a:lnTo>
                <a:lnTo>
                  <a:pt x="9849" y="13756"/>
                </a:lnTo>
                <a:lnTo>
                  <a:pt x="9863" y="13733"/>
                </a:lnTo>
                <a:lnTo>
                  <a:pt x="9872" y="13756"/>
                </a:lnTo>
                <a:lnTo>
                  <a:pt x="9883" y="13789"/>
                </a:lnTo>
                <a:lnTo>
                  <a:pt x="9917" y="14344"/>
                </a:lnTo>
                <a:lnTo>
                  <a:pt x="9925" y="14400"/>
                </a:lnTo>
                <a:lnTo>
                  <a:pt x="9934" y="14422"/>
                </a:lnTo>
                <a:lnTo>
                  <a:pt x="10268" y="14422"/>
                </a:lnTo>
                <a:lnTo>
                  <a:pt x="10274" y="14400"/>
                </a:lnTo>
                <a:lnTo>
                  <a:pt x="10277" y="14378"/>
                </a:lnTo>
                <a:lnTo>
                  <a:pt x="10277" y="7011"/>
                </a:lnTo>
                <a:lnTo>
                  <a:pt x="10274" y="6989"/>
                </a:lnTo>
                <a:lnTo>
                  <a:pt x="10268" y="6967"/>
                </a:lnTo>
                <a:lnTo>
                  <a:pt x="10260" y="6967"/>
                </a:lnTo>
                <a:close/>
                <a:moveTo>
                  <a:pt x="12490" y="13067"/>
                </a:moveTo>
                <a:lnTo>
                  <a:pt x="12381" y="13067"/>
                </a:lnTo>
                <a:lnTo>
                  <a:pt x="12355" y="13022"/>
                </a:lnTo>
                <a:lnTo>
                  <a:pt x="12333" y="12989"/>
                </a:lnTo>
                <a:lnTo>
                  <a:pt x="12313" y="12933"/>
                </a:lnTo>
                <a:lnTo>
                  <a:pt x="12299" y="12856"/>
                </a:lnTo>
                <a:lnTo>
                  <a:pt x="12288" y="12756"/>
                </a:lnTo>
                <a:lnTo>
                  <a:pt x="12282" y="12678"/>
                </a:lnTo>
                <a:lnTo>
                  <a:pt x="12279" y="12589"/>
                </a:lnTo>
                <a:lnTo>
                  <a:pt x="12279" y="9544"/>
                </a:lnTo>
                <a:lnTo>
                  <a:pt x="12274" y="9222"/>
                </a:lnTo>
                <a:lnTo>
                  <a:pt x="12265" y="8922"/>
                </a:lnTo>
                <a:lnTo>
                  <a:pt x="12246" y="8633"/>
                </a:lnTo>
                <a:lnTo>
                  <a:pt x="12220" y="8367"/>
                </a:lnTo>
                <a:lnTo>
                  <a:pt x="12187" y="8122"/>
                </a:lnTo>
                <a:lnTo>
                  <a:pt x="12147" y="7889"/>
                </a:lnTo>
                <a:lnTo>
                  <a:pt x="12105" y="7678"/>
                </a:lnTo>
                <a:lnTo>
                  <a:pt x="12057" y="7511"/>
                </a:lnTo>
                <a:lnTo>
                  <a:pt x="11998" y="7333"/>
                </a:lnTo>
                <a:lnTo>
                  <a:pt x="11936" y="7200"/>
                </a:lnTo>
                <a:lnTo>
                  <a:pt x="11863" y="7089"/>
                </a:lnTo>
                <a:lnTo>
                  <a:pt x="11790" y="6989"/>
                </a:lnTo>
                <a:lnTo>
                  <a:pt x="11714" y="6911"/>
                </a:lnTo>
                <a:lnTo>
                  <a:pt x="11627" y="6856"/>
                </a:lnTo>
                <a:lnTo>
                  <a:pt x="11540" y="6822"/>
                </a:lnTo>
                <a:lnTo>
                  <a:pt x="11360" y="6822"/>
                </a:lnTo>
                <a:lnTo>
                  <a:pt x="11284" y="6856"/>
                </a:lnTo>
                <a:lnTo>
                  <a:pt x="11205" y="6911"/>
                </a:lnTo>
                <a:lnTo>
                  <a:pt x="11135" y="6967"/>
                </a:lnTo>
                <a:lnTo>
                  <a:pt x="11062" y="7067"/>
                </a:lnTo>
                <a:lnTo>
                  <a:pt x="10994" y="7178"/>
                </a:lnTo>
                <a:lnTo>
                  <a:pt x="10929" y="7311"/>
                </a:lnTo>
                <a:lnTo>
                  <a:pt x="10873" y="7467"/>
                </a:lnTo>
                <a:lnTo>
                  <a:pt x="10814" y="7644"/>
                </a:lnTo>
                <a:lnTo>
                  <a:pt x="10766" y="7833"/>
                </a:lnTo>
                <a:lnTo>
                  <a:pt x="10727" y="8044"/>
                </a:lnTo>
                <a:lnTo>
                  <a:pt x="10687" y="8267"/>
                </a:lnTo>
                <a:lnTo>
                  <a:pt x="10659" y="8522"/>
                </a:lnTo>
                <a:lnTo>
                  <a:pt x="10640" y="8800"/>
                </a:lnTo>
                <a:lnTo>
                  <a:pt x="10626" y="9089"/>
                </a:lnTo>
                <a:lnTo>
                  <a:pt x="10620" y="9411"/>
                </a:lnTo>
                <a:lnTo>
                  <a:pt x="10626" y="9433"/>
                </a:lnTo>
                <a:lnTo>
                  <a:pt x="10626" y="9456"/>
                </a:lnTo>
                <a:lnTo>
                  <a:pt x="10637" y="9478"/>
                </a:lnTo>
                <a:lnTo>
                  <a:pt x="10640" y="9489"/>
                </a:lnTo>
                <a:lnTo>
                  <a:pt x="11002" y="9489"/>
                </a:lnTo>
                <a:lnTo>
                  <a:pt x="11014" y="9478"/>
                </a:lnTo>
                <a:lnTo>
                  <a:pt x="11017" y="9456"/>
                </a:lnTo>
                <a:lnTo>
                  <a:pt x="11022" y="9433"/>
                </a:lnTo>
                <a:lnTo>
                  <a:pt x="11022" y="9411"/>
                </a:lnTo>
                <a:lnTo>
                  <a:pt x="11028" y="9189"/>
                </a:lnTo>
                <a:lnTo>
                  <a:pt x="11036" y="9067"/>
                </a:lnTo>
                <a:lnTo>
                  <a:pt x="11062" y="8867"/>
                </a:lnTo>
                <a:lnTo>
                  <a:pt x="11076" y="8767"/>
                </a:lnTo>
                <a:lnTo>
                  <a:pt x="11095" y="8689"/>
                </a:lnTo>
                <a:lnTo>
                  <a:pt x="11118" y="8589"/>
                </a:lnTo>
                <a:lnTo>
                  <a:pt x="11149" y="8522"/>
                </a:lnTo>
                <a:lnTo>
                  <a:pt x="11177" y="8456"/>
                </a:lnTo>
                <a:lnTo>
                  <a:pt x="11211" y="8400"/>
                </a:lnTo>
                <a:lnTo>
                  <a:pt x="11250" y="8344"/>
                </a:lnTo>
                <a:lnTo>
                  <a:pt x="11292" y="8311"/>
                </a:lnTo>
                <a:lnTo>
                  <a:pt x="11337" y="8289"/>
                </a:lnTo>
                <a:lnTo>
                  <a:pt x="11391" y="8267"/>
                </a:lnTo>
                <a:lnTo>
                  <a:pt x="11444" y="8256"/>
                </a:lnTo>
                <a:lnTo>
                  <a:pt x="11514" y="8267"/>
                </a:lnTo>
                <a:lnTo>
                  <a:pt x="11579" y="8289"/>
                </a:lnTo>
                <a:lnTo>
                  <a:pt x="11632" y="8322"/>
                </a:lnTo>
                <a:lnTo>
                  <a:pt x="11680" y="8389"/>
                </a:lnTo>
                <a:lnTo>
                  <a:pt x="11722" y="8444"/>
                </a:lnTo>
                <a:lnTo>
                  <a:pt x="11756" y="8522"/>
                </a:lnTo>
                <a:lnTo>
                  <a:pt x="11784" y="8611"/>
                </a:lnTo>
                <a:lnTo>
                  <a:pt x="11815" y="8711"/>
                </a:lnTo>
                <a:lnTo>
                  <a:pt x="11835" y="8800"/>
                </a:lnTo>
                <a:lnTo>
                  <a:pt x="11849" y="8900"/>
                </a:lnTo>
                <a:lnTo>
                  <a:pt x="11858" y="9000"/>
                </a:lnTo>
                <a:lnTo>
                  <a:pt x="11869" y="9089"/>
                </a:lnTo>
                <a:lnTo>
                  <a:pt x="11877" y="9300"/>
                </a:lnTo>
                <a:lnTo>
                  <a:pt x="11877" y="9544"/>
                </a:lnTo>
                <a:lnTo>
                  <a:pt x="11872" y="9622"/>
                </a:lnTo>
                <a:lnTo>
                  <a:pt x="11863" y="9678"/>
                </a:lnTo>
                <a:lnTo>
                  <a:pt x="11849" y="9756"/>
                </a:lnTo>
                <a:lnTo>
                  <a:pt x="11835" y="9811"/>
                </a:lnTo>
                <a:lnTo>
                  <a:pt x="11810" y="9856"/>
                </a:lnTo>
                <a:lnTo>
                  <a:pt x="11784" y="9889"/>
                </a:lnTo>
                <a:lnTo>
                  <a:pt x="11374" y="9889"/>
                </a:lnTo>
                <a:lnTo>
                  <a:pt x="11278" y="9911"/>
                </a:lnTo>
                <a:lnTo>
                  <a:pt x="11185" y="9956"/>
                </a:lnTo>
                <a:lnTo>
                  <a:pt x="11101" y="10011"/>
                </a:lnTo>
                <a:lnTo>
                  <a:pt x="11017" y="10089"/>
                </a:lnTo>
                <a:lnTo>
                  <a:pt x="10946" y="10178"/>
                </a:lnTo>
                <a:lnTo>
                  <a:pt x="10876" y="10289"/>
                </a:lnTo>
                <a:lnTo>
                  <a:pt x="10820" y="10422"/>
                </a:lnTo>
                <a:lnTo>
                  <a:pt x="10761" y="10578"/>
                </a:lnTo>
                <a:lnTo>
                  <a:pt x="10713" y="10733"/>
                </a:lnTo>
                <a:lnTo>
                  <a:pt x="10673" y="10900"/>
                </a:lnTo>
                <a:lnTo>
                  <a:pt x="10640" y="11100"/>
                </a:lnTo>
                <a:lnTo>
                  <a:pt x="10612" y="11311"/>
                </a:lnTo>
                <a:lnTo>
                  <a:pt x="10586" y="11511"/>
                </a:lnTo>
                <a:lnTo>
                  <a:pt x="10572" y="11744"/>
                </a:lnTo>
                <a:lnTo>
                  <a:pt x="10564" y="11978"/>
                </a:lnTo>
                <a:lnTo>
                  <a:pt x="10558" y="12200"/>
                </a:lnTo>
                <a:lnTo>
                  <a:pt x="10564" y="12467"/>
                </a:lnTo>
                <a:lnTo>
                  <a:pt x="10569" y="12700"/>
                </a:lnTo>
                <a:lnTo>
                  <a:pt x="10583" y="12933"/>
                </a:lnTo>
                <a:lnTo>
                  <a:pt x="10603" y="13156"/>
                </a:lnTo>
                <a:lnTo>
                  <a:pt x="10631" y="13367"/>
                </a:lnTo>
                <a:lnTo>
                  <a:pt x="10659" y="13556"/>
                </a:lnTo>
                <a:lnTo>
                  <a:pt x="10699" y="13733"/>
                </a:lnTo>
                <a:lnTo>
                  <a:pt x="10741" y="13900"/>
                </a:lnTo>
                <a:lnTo>
                  <a:pt x="10792" y="14056"/>
                </a:lnTo>
                <a:lnTo>
                  <a:pt x="10842" y="14189"/>
                </a:lnTo>
                <a:lnTo>
                  <a:pt x="10907" y="14300"/>
                </a:lnTo>
                <a:lnTo>
                  <a:pt x="10974" y="14400"/>
                </a:lnTo>
                <a:lnTo>
                  <a:pt x="11047" y="14478"/>
                </a:lnTo>
                <a:lnTo>
                  <a:pt x="11123" y="14533"/>
                </a:lnTo>
                <a:lnTo>
                  <a:pt x="11211" y="14556"/>
                </a:lnTo>
                <a:lnTo>
                  <a:pt x="11303" y="14567"/>
                </a:lnTo>
                <a:lnTo>
                  <a:pt x="11413" y="14556"/>
                </a:lnTo>
                <a:lnTo>
                  <a:pt x="11520" y="14500"/>
                </a:lnTo>
                <a:lnTo>
                  <a:pt x="11616" y="14400"/>
                </a:lnTo>
                <a:lnTo>
                  <a:pt x="11700" y="14289"/>
                </a:lnTo>
                <a:lnTo>
                  <a:pt x="11770" y="14156"/>
                </a:lnTo>
                <a:lnTo>
                  <a:pt x="11835" y="14022"/>
                </a:lnTo>
                <a:lnTo>
                  <a:pt x="11888" y="13867"/>
                </a:lnTo>
                <a:lnTo>
                  <a:pt x="11925" y="13711"/>
                </a:lnTo>
                <a:lnTo>
                  <a:pt x="11936" y="13689"/>
                </a:lnTo>
                <a:lnTo>
                  <a:pt x="11956" y="13689"/>
                </a:lnTo>
                <a:lnTo>
                  <a:pt x="11959" y="13733"/>
                </a:lnTo>
                <a:lnTo>
                  <a:pt x="11990" y="13889"/>
                </a:lnTo>
                <a:lnTo>
                  <a:pt x="12018" y="14022"/>
                </a:lnTo>
                <a:lnTo>
                  <a:pt x="12057" y="14156"/>
                </a:lnTo>
                <a:lnTo>
                  <a:pt x="12099" y="14244"/>
                </a:lnTo>
                <a:lnTo>
                  <a:pt x="12147" y="14322"/>
                </a:lnTo>
                <a:lnTo>
                  <a:pt x="12206" y="14378"/>
                </a:lnTo>
                <a:lnTo>
                  <a:pt x="12268" y="14422"/>
                </a:lnTo>
                <a:lnTo>
                  <a:pt x="12502" y="14422"/>
                </a:lnTo>
                <a:lnTo>
                  <a:pt x="12504" y="14400"/>
                </a:lnTo>
                <a:lnTo>
                  <a:pt x="12510" y="14378"/>
                </a:lnTo>
                <a:lnTo>
                  <a:pt x="12510" y="13100"/>
                </a:lnTo>
                <a:lnTo>
                  <a:pt x="12502" y="13067"/>
                </a:lnTo>
                <a:lnTo>
                  <a:pt x="12490" y="13067"/>
                </a:lnTo>
                <a:close/>
                <a:moveTo>
                  <a:pt x="11877" y="11367"/>
                </a:moveTo>
                <a:lnTo>
                  <a:pt x="11877" y="11511"/>
                </a:lnTo>
                <a:lnTo>
                  <a:pt x="11872" y="11667"/>
                </a:lnTo>
                <a:lnTo>
                  <a:pt x="11863" y="11822"/>
                </a:lnTo>
                <a:lnTo>
                  <a:pt x="11849" y="11978"/>
                </a:lnTo>
                <a:lnTo>
                  <a:pt x="11829" y="12122"/>
                </a:lnTo>
                <a:lnTo>
                  <a:pt x="11804" y="12278"/>
                </a:lnTo>
                <a:lnTo>
                  <a:pt x="11776" y="12433"/>
                </a:lnTo>
                <a:lnTo>
                  <a:pt x="11748" y="12544"/>
                </a:lnTo>
                <a:lnTo>
                  <a:pt x="11708" y="12678"/>
                </a:lnTo>
                <a:lnTo>
                  <a:pt x="11666" y="12800"/>
                </a:lnTo>
                <a:lnTo>
                  <a:pt x="11621" y="12889"/>
                </a:lnTo>
                <a:lnTo>
                  <a:pt x="11568" y="12967"/>
                </a:lnTo>
                <a:lnTo>
                  <a:pt x="11512" y="13044"/>
                </a:lnTo>
                <a:lnTo>
                  <a:pt x="11447" y="13100"/>
                </a:lnTo>
                <a:lnTo>
                  <a:pt x="11374" y="13122"/>
                </a:lnTo>
                <a:lnTo>
                  <a:pt x="11303" y="13144"/>
                </a:lnTo>
                <a:lnTo>
                  <a:pt x="11256" y="13144"/>
                </a:lnTo>
                <a:lnTo>
                  <a:pt x="11211" y="13122"/>
                </a:lnTo>
                <a:lnTo>
                  <a:pt x="11171" y="13078"/>
                </a:lnTo>
                <a:lnTo>
                  <a:pt x="11104" y="13011"/>
                </a:lnTo>
                <a:lnTo>
                  <a:pt x="11081" y="12944"/>
                </a:lnTo>
                <a:lnTo>
                  <a:pt x="11050" y="12889"/>
                </a:lnTo>
                <a:lnTo>
                  <a:pt x="11031" y="12833"/>
                </a:lnTo>
                <a:lnTo>
                  <a:pt x="10997" y="12678"/>
                </a:lnTo>
                <a:lnTo>
                  <a:pt x="10974" y="12533"/>
                </a:lnTo>
                <a:lnTo>
                  <a:pt x="10963" y="12378"/>
                </a:lnTo>
                <a:lnTo>
                  <a:pt x="10960" y="12200"/>
                </a:lnTo>
                <a:lnTo>
                  <a:pt x="10960" y="12033"/>
                </a:lnTo>
                <a:lnTo>
                  <a:pt x="10974" y="11856"/>
                </a:lnTo>
                <a:lnTo>
                  <a:pt x="10983" y="11767"/>
                </a:lnTo>
                <a:lnTo>
                  <a:pt x="10997" y="11689"/>
                </a:lnTo>
                <a:lnTo>
                  <a:pt x="11014" y="11589"/>
                </a:lnTo>
                <a:lnTo>
                  <a:pt x="11036" y="11511"/>
                </a:lnTo>
                <a:lnTo>
                  <a:pt x="11062" y="11456"/>
                </a:lnTo>
                <a:lnTo>
                  <a:pt x="11090" y="11378"/>
                </a:lnTo>
                <a:lnTo>
                  <a:pt x="11123" y="11322"/>
                </a:lnTo>
                <a:lnTo>
                  <a:pt x="11168" y="11267"/>
                </a:lnTo>
                <a:lnTo>
                  <a:pt x="11211" y="11233"/>
                </a:lnTo>
                <a:lnTo>
                  <a:pt x="11264" y="11211"/>
                </a:lnTo>
                <a:lnTo>
                  <a:pt x="11323" y="11189"/>
                </a:lnTo>
                <a:lnTo>
                  <a:pt x="11391" y="11178"/>
                </a:lnTo>
                <a:lnTo>
                  <a:pt x="11863" y="11178"/>
                </a:lnTo>
                <a:lnTo>
                  <a:pt x="11869" y="11189"/>
                </a:lnTo>
                <a:lnTo>
                  <a:pt x="11872" y="11189"/>
                </a:lnTo>
                <a:lnTo>
                  <a:pt x="11877" y="11233"/>
                </a:lnTo>
                <a:lnTo>
                  <a:pt x="11877" y="11367"/>
                </a:lnTo>
                <a:close/>
                <a:moveTo>
                  <a:pt x="13694" y="6822"/>
                </a:moveTo>
                <a:lnTo>
                  <a:pt x="13618" y="6833"/>
                </a:lnTo>
                <a:lnTo>
                  <a:pt x="13545" y="6878"/>
                </a:lnTo>
                <a:lnTo>
                  <a:pt x="13477" y="6956"/>
                </a:lnTo>
                <a:lnTo>
                  <a:pt x="13416" y="7067"/>
                </a:lnTo>
                <a:lnTo>
                  <a:pt x="13351" y="7178"/>
                </a:lnTo>
                <a:lnTo>
                  <a:pt x="13303" y="7311"/>
                </a:lnTo>
                <a:lnTo>
                  <a:pt x="13261" y="7467"/>
                </a:lnTo>
                <a:lnTo>
                  <a:pt x="13224" y="7600"/>
                </a:lnTo>
                <a:lnTo>
                  <a:pt x="13216" y="7644"/>
                </a:lnTo>
                <a:lnTo>
                  <a:pt x="13207" y="7656"/>
                </a:lnTo>
                <a:lnTo>
                  <a:pt x="13191" y="7644"/>
                </a:lnTo>
                <a:lnTo>
                  <a:pt x="13188" y="7600"/>
                </a:lnTo>
                <a:lnTo>
                  <a:pt x="13148" y="7033"/>
                </a:lnTo>
                <a:lnTo>
                  <a:pt x="13140" y="6989"/>
                </a:lnTo>
                <a:lnTo>
                  <a:pt x="13134" y="6967"/>
                </a:lnTo>
                <a:lnTo>
                  <a:pt x="12797" y="6967"/>
                </a:lnTo>
                <a:lnTo>
                  <a:pt x="12786" y="7011"/>
                </a:lnTo>
                <a:lnTo>
                  <a:pt x="12786" y="14378"/>
                </a:lnTo>
                <a:lnTo>
                  <a:pt x="12797" y="14422"/>
                </a:lnTo>
                <a:lnTo>
                  <a:pt x="13174" y="14422"/>
                </a:lnTo>
                <a:lnTo>
                  <a:pt x="13182" y="14400"/>
                </a:lnTo>
                <a:lnTo>
                  <a:pt x="13182" y="14378"/>
                </a:lnTo>
                <a:lnTo>
                  <a:pt x="13188" y="14344"/>
                </a:lnTo>
                <a:lnTo>
                  <a:pt x="13188" y="10044"/>
                </a:lnTo>
                <a:lnTo>
                  <a:pt x="13191" y="9856"/>
                </a:lnTo>
                <a:lnTo>
                  <a:pt x="13202" y="9678"/>
                </a:lnTo>
                <a:lnTo>
                  <a:pt x="13210" y="9489"/>
                </a:lnTo>
                <a:lnTo>
                  <a:pt x="13230" y="9322"/>
                </a:lnTo>
                <a:lnTo>
                  <a:pt x="13269" y="9011"/>
                </a:lnTo>
                <a:lnTo>
                  <a:pt x="13297" y="8867"/>
                </a:lnTo>
                <a:lnTo>
                  <a:pt x="13328" y="8733"/>
                </a:lnTo>
                <a:lnTo>
                  <a:pt x="13362" y="8611"/>
                </a:lnTo>
                <a:lnTo>
                  <a:pt x="13399" y="8522"/>
                </a:lnTo>
                <a:lnTo>
                  <a:pt x="13438" y="8422"/>
                </a:lnTo>
                <a:lnTo>
                  <a:pt x="13483" y="8344"/>
                </a:lnTo>
                <a:lnTo>
                  <a:pt x="13531" y="8311"/>
                </a:lnTo>
                <a:lnTo>
                  <a:pt x="13584" y="8267"/>
                </a:lnTo>
                <a:lnTo>
                  <a:pt x="13638" y="8256"/>
                </a:lnTo>
                <a:lnTo>
                  <a:pt x="13694" y="8267"/>
                </a:lnTo>
                <a:lnTo>
                  <a:pt x="13753" y="8311"/>
                </a:lnTo>
                <a:lnTo>
                  <a:pt x="13801" y="8367"/>
                </a:lnTo>
                <a:lnTo>
                  <a:pt x="13849" y="8444"/>
                </a:lnTo>
                <a:lnTo>
                  <a:pt x="13888" y="8533"/>
                </a:lnTo>
                <a:lnTo>
                  <a:pt x="13928" y="8656"/>
                </a:lnTo>
                <a:lnTo>
                  <a:pt x="13961" y="8767"/>
                </a:lnTo>
                <a:lnTo>
                  <a:pt x="13989" y="8900"/>
                </a:lnTo>
                <a:lnTo>
                  <a:pt x="14015" y="9056"/>
                </a:lnTo>
                <a:lnTo>
                  <a:pt x="14037" y="9222"/>
                </a:lnTo>
                <a:lnTo>
                  <a:pt x="14051" y="9400"/>
                </a:lnTo>
                <a:lnTo>
                  <a:pt x="14065" y="9567"/>
                </a:lnTo>
                <a:lnTo>
                  <a:pt x="14077" y="9744"/>
                </a:lnTo>
                <a:lnTo>
                  <a:pt x="14085" y="9933"/>
                </a:lnTo>
                <a:lnTo>
                  <a:pt x="14091" y="10122"/>
                </a:lnTo>
                <a:lnTo>
                  <a:pt x="14091" y="14344"/>
                </a:lnTo>
                <a:lnTo>
                  <a:pt x="14096" y="14378"/>
                </a:lnTo>
                <a:lnTo>
                  <a:pt x="14096" y="14400"/>
                </a:lnTo>
                <a:lnTo>
                  <a:pt x="14105" y="14422"/>
                </a:lnTo>
                <a:lnTo>
                  <a:pt x="14482" y="14422"/>
                </a:lnTo>
                <a:lnTo>
                  <a:pt x="14493" y="14400"/>
                </a:lnTo>
                <a:lnTo>
                  <a:pt x="14493" y="14378"/>
                </a:lnTo>
                <a:lnTo>
                  <a:pt x="14496" y="14344"/>
                </a:lnTo>
                <a:lnTo>
                  <a:pt x="14496" y="10311"/>
                </a:lnTo>
                <a:lnTo>
                  <a:pt x="14493" y="9956"/>
                </a:lnTo>
                <a:lnTo>
                  <a:pt x="14482" y="9622"/>
                </a:lnTo>
                <a:lnTo>
                  <a:pt x="14467" y="9278"/>
                </a:lnTo>
                <a:lnTo>
                  <a:pt x="14448" y="8956"/>
                </a:lnTo>
                <a:lnTo>
                  <a:pt x="14425" y="8667"/>
                </a:lnTo>
                <a:lnTo>
                  <a:pt x="14392" y="8367"/>
                </a:lnTo>
                <a:lnTo>
                  <a:pt x="14352" y="8100"/>
                </a:lnTo>
                <a:lnTo>
                  <a:pt x="14304" y="7844"/>
                </a:lnTo>
                <a:lnTo>
                  <a:pt x="14254" y="7622"/>
                </a:lnTo>
                <a:lnTo>
                  <a:pt x="14192" y="7433"/>
                </a:lnTo>
                <a:lnTo>
                  <a:pt x="14130" y="7233"/>
                </a:lnTo>
                <a:lnTo>
                  <a:pt x="14057" y="7089"/>
                </a:lnTo>
                <a:lnTo>
                  <a:pt x="13975" y="6967"/>
                </a:lnTo>
                <a:lnTo>
                  <a:pt x="13888" y="6889"/>
                </a:lnTo>
                <a:lnTo>
                  <a:pt x="13795" y="6833"/>
                </a:lnTo>
                <a:lnTo>
                  <a:pt x="13694" y="6822"/>
                </a:lnTo>
                <a:close/>
                <a:moveTo>
                  <a:pt x="15792" y="6967"/>
                </a:moveTo>
                <a:lnTo>
                  <a:pt x="15396" y="6967"/>
                </a:lnTo>
                <a:lnTo>
                  <a:pt x="15390" y="6956"/>
                </a:lnTo>
                <a:lnTo>
                  <a:pt x="15384" y="6933"/>
                </a:lnTo>
                <a:lnTo>
                  <a:pt x="15382" y="6911"/>
                </a:lnTo>
                <a:lnTo>
                  <a:pt x="15382" y="4889"/>
                </a:lnTo>
                <a:lnTo>
                  <a:pt x="15376" y="4867"/>
                </a:lnTo>
                <a:lnTo>
                  <a:pt x="15376" y="4856"/>
                </a:lnTo>
                <a:lnTo>
                  <a:pt x="15368" y="4833"/>
                </a:lnTo>
                <a:lnTo>
                  <a:pt x="14985" y="4833"/>
                </a:lnTo>
                <a:lnTo>
                  <a:pt x="14979" y="4856"/>
                </a:lnTo>
                <a:lnTo>
                  <a:pt x="14974" y="4867"/>
                </a:lnTo>
                <a:lnTo>
                  <a:pt x="14974" y="6911"/>
                </a:lnTo>
                <a:lnTo>
                  <a:pt x="14971" y="6933"/>
                </a:lnTo>
                <a:lnTo>
                  <a:pt x="14965" y="6956"/>
                </a:lnTo>
                <a:lnTo>
                  <a:pt x="14957" y="6967"/>
                </a:lnTo>
                <a:lnTo>
                  <a:pt x="14631" y="6967"/>
                </a:lnTo>
                <a:lnTo>
                  <a:pt x="14628" y="6989"/>
                </a:lnTo>
                <a:lnTo>
                  <a:pt x="14622" y="7011"/>
                </a:lnTo>
                <a:lnTo>
                  <a:pt x="14622" y="8256"/>
                </a:lnTo>
                <a:lnTo>
                  <a:pt x="14628" y="8267"/>
                </a:lnTo>
                <a:lnTo>
                  <a:pt x="14631" y="8289"/>
                </a:lnTo>
                <a:lnTo>
                  <a:pt x="14965" y="8289"/>
                </a:lnTo>
                <a:lnTo>
                  <a:pt x="14974" y="8322"/>
                </a:lnTo>
                <a:lnTo>
                  <a:pt x="14974" y="12333"/>
                </a:lnTo>
                <a:lnTo>
                  <a:pt x="14979" y="12600"/>
                </a:lnTo>
                <a:lnTo>
                  <a:pt x="14985" y="12856"/>
                </a:lnTo>
                <a:lnTo>
                  <a:pt x="14991" y="13078"/>
                </a:lnTo>
                <a:lnTo>
                  <a:pt x="15005" y="13289"/>
                </a:lnTo>
                <a:lnTo>
                  <a:pt x="15024" y="13478"/>
                </a:lnTo>
                <a:lnTo>
                  <a:pt x="15044" y="13656"/>
                </a:lnTo>
                <a:lnTo>
                  <a:pt x="15067" y="13811"/>
                </a:lnTo>
                <a:lnTo>
                  <a:pt x="15095" y="13944"/>
                </a:lnTo>
                <a:lnTo>
                  <a:pt x="15128" y="14056"/>
                </a:lnTo>
                <a:lnTo>
                  <a:pt x="15168" y="14156"/>
                </a:lnTo>
                <a:lnTo>
                  <a:pt x="15213" y="14233"/>
                </a:lnTo>
                <a:lnTo>
                  <a:pt x="15308" y="14367"/>
                </a:lnTo>
                <a:lnTo>
                  <a:pt x="15368" y="14400"/>
                </a:lnTo>
                <a:lnTo>
                  <a:pt x="15429" y="14422"/>
                </a:lnTo>
                <a:lnTo>
                  <a:pt x="15798" y="14422"/>
                </a:lnTo>
                <a:lnTo>
                  <a:pt x="15801" y="14400"/>
                </a:lnTo>
                <a:lnTo>
                  <a:pt x="15806" y="14378"/>
                </a:lnTo>
                <a:lnTo>
                  <a:pt x="15806" y="13044"/>
                </a:lnTo>
                <a:lnTo>
                  <a:pt x="15801" y="13011"/>
                </a:lnTo>
                <a:lnTo>
                  <a:pt x="15798" y="13011"/>
                </a:lnTo>
                <a:lnTo>
                  <a:pt x="15792" y="12989"/>
                </a:lnTo>
                <a:lnTo>
                  <a:pt x="15505" y="12989"/>
                </a:lnTo>
                <a:lnTo>
                  <a:pt x="15472" y="12944"/>
                </a:lnTo>
                <a:lnTo>
                  <a:pt x="15443" y="12889"/>
                </a:lnTo>
                <a:lnTo>
                  <a:pt x="15421" y="12833"/>
                </a:lnTo>
                <a:lnTo>
                  <a:pt x="15401" y="12733"/>
                </a:lnTo>
                <a:lnTo>
                  <a:pt x="15390" y="12644"/>
                </a:lnTo>
                <a:lnTo>
                  <a:pt x="15382" y="12533"/>
                </a:lnTo>
                <a:lnTo>
                  <a:pt x="15382" y="8322"/>
                </a:lnTo>
                <a:lnTo>
                  <a:pt x="15390" y="8289"/>
                </a:lnTo>
                <a:lnTo>
                  <a:pt x="15798" y="8289"/>
                </a:lnTo>
                <a:lnTo>
                  <a:pt x="15801" y="8267"/>
                </a:lnTo>
                <a:lnTo>
                  <a:pt x="15806" y="8256"/>
                </a:lnTo>
                <a:lnTo>
                  <a:pt x="15806" y="7011"/>
                </a:lnTo>
                <a:lnTo>
                  <a:pt x="15801" y="6989"/>
                </a:lnTo>
                <a:lnTo>
                  <a:pt x="15798" y="6967"/>
                </a:lnTo>
                <a:lnTo>
                  <a:pt x="15792" y="6967"/>
                </a:lnTo>
                <a:close/>
                <a:moveTo>
                  <a:pt x="18512" y="6967"/>
                </a:moveTo>
                <a:lnTo>
                  <a:pt x="18146" y="6967"/>
                </a:lnTo>
                <a:lnTo>
                  <a:pt x="18135" y="6989"/>
                </a:lnTo>
                <a:lnTo>
                  <a:pt x="18135" y="7011"/>
                </a:lnTo>
                <a:lnTo>
                  <a:pt x="18129" y="7033"/>
                </a:lnTo>
                <a:lnTo>
                  <a:pt x="18129" y="11344"/>
                </a:lnTo>
                <a:lnTo>
                  <a:pt x="18127" y="11533"/>
                </a:lnTo>
                <a:lnTo>
                  <a:pt x="18115" y="11711"/>
                </a:lnTo>
                <a:lnTo>
                  <a:pt x="18107" y="11878"/>
                </a:lnTo>
                <a:lnTo>
                  <a:pt x="18087" y="12056"/>
                </a:lnTo>
                <a:lnTo>
                  <a:pt x="18068" y="12222"/>
                </a:lnTo>
                <a:lnTo>
                  <a:pt x="18048" y="12378"/>
                </a:lnTo>
                <a:lnTo>
                  <a:pt x="17992" y="12644"/>
                </a:lnTo>
                <a:lnTo>
                  <a:pt x="17958" y="12778"/>
                </a:lnTo>
                <a:lnTo>
                  <a:pt x="17918" y="12867"/>
                </a:lnTo>
                <a:lnTo>
                  <a:pt x="17879" y="12967"/>
                </a:lnTo>
                <a:lnTo>
                  <a:pt x="17837" y="13022"/>
                </a:lnTo>
                <a:lnTo>
                  <a:pt x="17786" y="13078"/>
                </a:lnTo>
                <a:lnTo>
                  <a:pt x="17736" y="13122"/>
                </a:lnTo>
                <a:lnTo>
                  <a:pt x="17623" y="13122"/>
                </a:lnTo>
                <a:lnTo>
                  <a:pt x="17564" y="13078"/>
                </a:lnTo>
                <a:lnTo>
                  <a:pt x="17516" y="13022"/>
                </a:lnTo>
                <a:lnTo>
                  <a:pt x="17468" y="12944"/>
                </a:lnTo>
                <a:lnTo>
                  <a:pt x="17429" y="12856"/>
                </a:lnTo>
                <a:lnTo>
                  <a:pt x="17393" y="12733"/>
                </a:lnTo>
                <a:lnTo>
                  <a:pt x="17356" y="12622"/>
                </a:lnTo>
                <a:lnTo>
                  <a:pt x="17328" y="12467"/>
                </a:lnTo>
                <a:lnTo>
                  <a:pt x="17305" y="12322"/>
                </a:lnTo>
                <a:lnTo>
                  <a:pt x="17280" y="12167"/>
                </a:lnTo>
                <a:lnTo>
                  <a:pt x="17266" y="11989"/>
                </a:lnTo>
                <a:lnTo>
                  <a:pt x="17252" y="11822"/>
                </a:lnTo>
                <a:lnTo>
                  <a:pt x="17241" y="11633"/>
                </a:lnTo>
                <a:lnTo>
                  <a:pt x="17232" y="11456"/>
                </a:lnTo>
                <a:lnTo>
                  <a:pt x="17227" y="11267"/>
                </a:lnTo>
                <a:lnTo>
                  <a:pt x="17227" y="7033"/>
                </a:lnTo>
                <a:lnTo>
                  <a:pt x="17221" y="7011"/>
                </a:lnTo>
                <a:lnTo>
                  <a:pt x="17221" y="6989"/>
                </a:lnTo>
                <a:lnTo>
                  <a:pt x="17213" y="6967"/>
                </a:lnTo>
                <a:lnTo>
                  <a:pt x="16836" y="6967"/>
                </a:lnTo>
                <a:lnTo>
                  <a:pt x="16824" y="6989"/>
                </a:lnTo>
                <a:lnTo>
                  <a:pt x="16824" y="7011"/>
                </a:lnTo>
                <a:lnTo>
                  <a:pt x="16822" y="7033"/>
                </a:lnTo>
                <a:lnTo>
                  <a:pt x="16822" y="11078"/>
                </a:lnTo>
                <a:lnTo>
                  <a:pt x="16824" y="11422"/>
                </a:lnTo>
                <a:lnTo>
                  <a:pt x="16836" y="11767"/>
                </a:lnTo>
                <a:lnTo>
                  <a:pt x="16850" y="12089"/>
                </a:lnTo>
                <a:lnTo>
                  <a:pt x="16869" y="12411"/>
                </a:lnTo>
                <a:lnTo>
                  <a:pt x="16895" y="12722"/>
                </a:lnTo>
                <a:lnTo>
                  <a:pt x="16928" y="13011"/>
                </a:lnTo>
                <a:lnTo>
                  <a:pt x="16965" y="13278"/>
                </a:lnTo>
                <a:lnTo>
                  <a:pt x="17016" y="13522"/>
                </a:lnTo>
                <a:lnTo>
                  <a:pt x="17063" y="13756"/>
                </a:lnTo>
                <a:lnTo>
                  <a:pt x="17125" y="13956"/>
                </a:lnTo>
                <a:lnTo>
                  <a:pt x="17187" y="14133"/>
                </a:lnTo>
                <a:lnTo>
                  <a:pt x="17260" y="14289"/>
                </a:lnTo>
                <a:lnTo>
                  <a:pt x="17342" y="14400"/>
                </a:lnTo>
                <a:lnTo>
                  <a:pt x="17429" y="14500"/>
                </a:lnTo>
                <a:lnTo>
                  <a:pt x="17522" y="14556"/>
                </a:lnTo>
                <a:lnTo>
                  <a:pt x="17623" y="14567"/>
                </a:lnTo>
                <a:lnTo>
                  <a:pt x="17699" y="14556"/>
                </a:lnTo>
                <a:lnTo>
                  <a:pt x="17772" y="14500"/>
                </a:lnTo>
                <a:lnTo>
                  <a:pt x="17840" y="14422"/>
                </a:lnTo>
                <a:lnTo>
                  <a:pt x="17904" y="14322"/>
                </a:lnTo>
                <a:lnTo>
                  <a:pt x="17966" y="14211"/>
                </a:lnTo>
                <a:lnTo>
                  <a:pt x="18014" y="14056"/>
                </a:lnTo>
                <a:lnTo>
                  <a:pt x="18059" y="13922"/>
                </a:lnTo>
                <a:lnTo>
                  <a:pt x="18093" y="13767"/>
                </a:lnTo>
                <a:lnTo>
                  <a:pt x="18101" y="13756"/>
                </a:lnTo>
                <a:lnTo>
                  <a:pt x="18112" y="13733"/>
                </a:lnTo>
                <a:lnTo>
                  <a:pt x="18127" y="13756"/>
                </a:lnTo>
                <a:lnTo>
                  <a:pt x="18129" y="13789"/>
                </a:lnTo>
                <a:lnTo>
                  <a:pt x="18169" y="14344"/>
                </a:lnTo>
                <a:lnTo>
                  <a:pt x="18180" y="14400"/>
                </a:lnTo>
                <a:lnTo>
                  <a:pt x="18183" y="14422"/>
                </a:lnTo>
                <a:lnTo>
                  <a:pt x="18523" y="14422"/>
                </a:lnTo>
                <a:lnTo>
                  <a:pt x="18526" y="14400"/>
                </a:lnTo>
                <a:lnTo>
                  <a:pt x="18532" y="14378"/>
                </a:lnTo>
                <a:lnTo>
                  <a:pt x="18532" y="7011"/>
                </a:lnTo>
                <a:lnTo>
                  <a:pt x="18526" y="6989"/>
                </a:lnTo>
                <a:lnTo>
                  <a:pt x="18523" y="6967"/>
                </a:lnTo>
                <a:lnTo>
                  <a:pt x="18512" y="6967"/>
                </a:lnTo>
                <a:close/>
                <a:moveTo>
                  <a:pt x="20860" y="6822"/>
                </a:moveTo>
                <a:lnTo>
                  <a:pt x="20784" y="6833"/>
                </a:lnTo>
                <a:lnTo>
                  <a:pt x="20706" y="6878"/>
                </a:lnTo>
                <a:lnTo>
                  <a:pt x="20632" y="6956"/>
                </a:lnTo>
                <a:lnTo>
                  <a:pt x="20498" y="7178"/>
                </a:lnTo>
                <a:lnTo>
                  <a:pt x="20436" y="7333"/>
                </a:lnTo>
                <a:lnTo>
                  <a:pt x="20382" y="7511"/>
                </a:lnTo>
                <a:lnTo>
                  <a:pt x="20329" y="7700"/>
                </a:lnTo>
                <a:lnTo>
                  <a:pt x="20320" y="7733"/>
                </a:lnTo>
                <a:lnTo>
                  <a:pt x="20309" y="7733"/>
                </a:lnTo>
                <a:lnTo>
                  <a:pt x="20301" y="7711"/>
                </a:lnTo>
                <a:lnTo>
                  <a:pt x="20289" y="7700"/>
                </a:lnTo>
                <a:lnTo>
                  <a:pt x="20242" y="7489"/>
                </a:lnTo>
                <a:lnTo>
                  <a:pt x="20188" y="7311"/>
                </a:lnTo>
                <a:lnTo>
                  <a:pt x="20135" y="7167"/>
                </a:lnTo>
                <a:lnTo>
                  <a:pt x="20078" y="7033"/>
                </a:lnTo>
                <a:lnTo>
                  <a:pt x="20011" y="6933"/>
                </a:lnTo>
                <a:lnTo>
                  <a:pt x="19943" y="6878"/>
                </a:lnTo>
                <a:lnTo>
                  <a:pt x="19865" y="6833"/>
                </a:lnTo>
                <a:lnTo>
                  <a:pt x="19783" y="6822"/>
                </a:lnTo>
                <a:lnTo>
                  <a:pt x="19716" y="6833"/>
                </a:lnTo>
                <a:lnTo>
                  <a:pt x="19648" y="6878"/>
                </a:lnTo>
                <a:lnTo>
                  <a:pt x="19581" y="6967"/>
                </a:lnTo>
                <a:lnTo>
                  <a:pt x="19522" y="7067"/>
                </a:lnTo>
                <a:lnTo>
                  <a:pt x="19465" y="7178"/>
                </a:lnTo>
                <a:lnTo>
                  <a:pt x="19412" y="7311"/>
                </a:lnTo>
                <a:lnTo>
                  <a:pt x="19367" y="7467"/>
                </a:lnTo>
                <a:lnTo>
                  <a:pt x="19333" y="7600"/>
                </a:lnTo>
                <a:lnTo>
                  <a:pt x="19325" y="7644"/>
                </a:lnTo>
                <a:lnTo>
                  <a:pt x="19311" y="7656"/>
                </a:lnTo>
                <a:lnTo>
                  <a:pt x="19299" y="7644"/>
                </a:lnTo>
                <a:lnTo>
                  <a:pt x="19291" y="7600"/>
                </a:lnTo>
                <a:lnTo>
                  <a:pt x="19257" y="7044"/>
                </a:lnTo>
                <a:lnTo>
                  <a:pt x="19252" y="7011"/>
                </a:lnTo>
                <a:lnTo>
                  <a:pt x="19246" y="6989"/>
                </a:lnTo>
                <a:lnTo>
                  <a:pt x="19238" y="6967"/>
                </a:lnTo>
                <a:lnTo>
                  <a:pt x="18903" y="6967"/>
                </a:lnTo>
                <a:lnTo>
                  <a:pt x="18900" y="6989"/>
                </a:lnTo>
                <a:lnTo>
                  <a:pt x="18894" y="7011"/>
                </a:lnTo>
                <a:lnTo>
                  <a:pt x="18894" y="14378"/>
                </a:lnTo>
                <a:lnTo>
                  <a:pt x="18900" y="14400"/>
                </a:lnTo>
                <a:lnTo>
                  <a:pt x="18903" y="14422"/>
                </a:lnTo>
                <a:lnTo>
                  <a:pt x="19280" y="14422"/>
                </a:lnTo>
                <a:lnTo>
                  <a:pt x="19291" y="14378"/>
                </a:lnTo>
                <a:lnTo>
                  <a:pt x="19291" y="10278"/>
                </a:lnTo>
                <a:lnTo>
                  <a:pt x="19294" y="9878"/>
                </a:lnTo>
                <a:lnTo>
                  <a:pt x="19305" y="9678"/>
                </a:lnTo>
                <a:lnTo>
                  <a:pt x="19311" y="9511"/>
                </a:lnTo>
                <a:lnTo>
                  <a:pt x="19325" y="9322"/>
                </a:lnTo>
                <a:lnTo>
                  <a:pt x="19339" y="9167"/>
                </a:lnTo>
                <a:lnTo>
                  <a:pt x="19353" y="9000"/>
                </a:lnTo>
                <a:lnTo>
                  <a:pt x="19372" y="8867"/>
                </a:lnTo>
                <a:lnTo>
                  <a:pt x="19398" y="8733"/>
                </a:lnTo>
                <a:lnTo>
                  <a:pt x="19426" y="8611"/>
                </a:lnTo>
                <a:lnTo>
                  <a:pt x="19454" y="8500"/>
                </a:lnTo>
                <a:lnTo>
                  <a:pt x="19488" y="8422"/>
                </a:lnTo>
                <a:lnTo>
                  <a:pt x="19527" y="8344"/>
                </a:lnTo>
                <a:lnTo>
                  <a:pt x="19569" y="8311"/>
                </a:lnTo>
                <a:lnTo>
                  <a:pt x="19620" y="8267"/>
                </a:lnTo>
                <a:lnTo>
                  <a:pt x="19668" y="8256"/>
                </a:lnTo>
                <a:lnTo>
                  <a:pt x="19724" y="8267"/>
                </a:lnTo>
                <a:lnTo>
                  <a:pt x="19775" y="8311"/>
                </a:lnTo>
                <a:lnTo>
                  <a:pt x="19817" y="8367"/>
                </a:lnTo>
                <a:lnTo>
                  <a:pt x="19856" y="8422"/>
                </a:lnTo>
                <a:lnTo>
                  <a:pt x="19896" y="8522"/>
                </a:lnTo>
                <a:lnTo>
                  <a:pt x="19924" y="8633"/>
                </a:lnTo>
                <a:lnTo>
                  <a:pt x="19946" y="8744"/>
                </a:lnTo>
                <a:lnTo>
                  <a:pt x="19972" y="8878"/>
                </a:lnTo>
                <a:lnTo>
                  <a:pt x="19991" y="9033"/>
                </a:lnTo>
                <a:lnTo>
                  <a:pt x="20005" y="9189"/>
                </a:lnTo>
                <a:lnTo>
                  <a:pt x="20019" y="9356"/>
                </a:lnTo>
                <a:lnTo>
                  <a:pt x="20031" y="9533"/>
                </a:lnTo>
                <a:lnTo>
                  <a:pt x="20045" y="9889"/>
                </a:lnTo>
                <a:lnTo>
                  <a:pt x="20045" y="14344"/>
                </a:lnTo>
                <a:lnTo>
                  <a:pt x="20047" y="14378"/>
                </a:lnTo>
                <a:lnTo>
                  <a:pt x="20047" y="14400"/>
                </a:lnTo>
                <a:lnTo>
                  <a:pt x="20053" y="14422"/>
                </a:lnTo>
                <a:lnTo>
                  <a:pt x="20430" y="14422"/>
                </a:lnTo>
                <a:lnTo>
                  <a:pt x="20441" y="14400"/>
                </a:lnTo>
                <a:lnTo>
                  <a:pt x="20444" y="14378"/>
                </a:lnTo>
                <a:lnTo>
                  <a:pt x="20450" y="14344"/>
                </a:lnTo>
                <a:lnTo>
                  <a:pt x="20450" y="10278"/>
                </a:lnTo>
                <a:lnTo>
                  <a:pt x="20455" y="9878"/>
                </a:lnTo>
                <a:lnTo>
                  <a:pt x="20464" y="9511"/>
                </a:lnTo>
                <a:lnTo>
                  <a:pt x="20475" y="9322"/>
                </a:lnTo>
                <a:lnTo>
                  <a:pt x="20489" y="9167"/>
                </a:lnTo>
                <a:lnTo>
                  <a:pt x="20503" y="9000"/>
                </a:lnTo>
                <a:lnTo>
                  <a:pt x="20523" y="8867"/>
                </a:lnTo>
                <a:lnTo>
                  <a:pt x="20545" y="8733"/>
                </a:lnTo>
                <a:lnTo>
                  <a:pt x="20571" y="8611"/>
                </a:lnTo>
                <a:lnTo>
                  <a:pt x="20599" y="8500"/>
                </a:lnTo>
                <a:lnTo>
                  <a:pt x="20678" y="8344"/>
                </a:lnTo>
                <a:lnTo>
                  <a:pt x="20720" y="8311"/>
                </a:lnTo>
                <a:lnTo>
                  <a:pt x="20768" y="8267"/>
                </a:lnTo>
                <a:lnTo>
                  <a:pt x="20821" y="8256"/>
                </a:lnTo>
                <a:lnTo>
                  <a:pt x="20880" y="8267"/>
                </a:lnTo>
                <a:lnTo>
                  <a:pt x="20928" y="8311"/>
                </a:lnTo>
                <a:lnTo>
                  <a:pt x="20973" y="8367"/>
                </a:lnTo>
                <a:lnTo>
                  <a:pt x="21015" y="8444"/>
                </a:lnTo>
                <a:lnTo>
                  <a:pt x="21049" y="8522"/>
                </a:lnTo>
                <a:lnTo>
                  <a:pt x="21077" y="8633"/>
                </a:lnTo>
                <a:lnTo>
                  <a:pt x="21108" y="8767"/>
                </a:lnTo>
                <a:lnTo>
                  <a:pt x="21130" y="8900"/>
                </a:lnTo>
                <a:lnTo>
                  <a:pt x="21150" y="9033"/>
                </a:lnTo>
                <a:lnTo>
                  <a:pt x="21164" y="9200"/>
                </a:lnTo>
                <a:lnTo>
                  <a:pt x="21181" y="9356"/>
                </a:lnTo>
                <a:lnTo>
                  <a:pt x="21189" y="9544"/>
                </a:lnTo>
                <a:lnTo>
                  <a:pt x="21198" y="9911"/>
                </a:lnTo>
                <a:lnTo>
                  <a:pt x="21203" y="10278"/>
                </a:lnTo>
                <a:lnTo>
                  <a:pt x="21203" y="14378"/>
                </a:lnTo>
                <a:lnTo>
                  <a:pt x="21215" y="14422"/>
                </a:lnTo>
                <a:lnTo>
                  <a:pt x="21592" y="14422"/>
                </a:lnTo>
                <a:lnTo>
                  <a:pt x="21594" y="14400"/>
                </a:lnTo>
                <a:lnTo>
                  <a:pt x="21600" y="14378"/>
                </a:lnTo>
                <a:lnTo>
                  <a:pt x="21600" y="9811"/>
                </a:lnTo>
                <a:lnTo>
                  <a:pt x="21592" y="9433"/>
                </a:lnTo>
                <a:lnTo>
                  <a:pt x="21575" y="9089"/>
                </a:lnTo>
                <a:lnTo>
                  <a:pt x="21552" y="8744"/>
                </a:lnTo>
                <a:lnTo>
                  <a:pt x="21527" y="8444"/>
                </a:lnTo>
                <a:lnTo>
                  <a:pt x="21493" y="8156"/>
                </a:lnTo>
                <a:lnTo>
                  <a:pt x="21454" y="7911"/>
                </a:lnTo>
                <a:lnTo>
                  <a:pt x="21412" y="7678"/>
                </a:lnTo>
                <a:lnTo>
                  <a:pt x="21358" y="7467"/>
                </a:lnTo>
                <a:lnTo>
                  <a:pt x="21305" y="7300"/>
                </a:lnTo>
                <a:lnTo>
                  <a:pt x="21243" y="7167"/>
                </a:lnTo>
                <a:lnTo>
                  <a:pt x="21175" y="7033"/>
                </a:lnTo>
                <a:lnTo>
                  <a:pt x="21108" y="6933"/>
                </a:lnTo>
                <a:lnTo>
                  <a:pt x="21029" y="6878"/>
                </a:lnTo>
                <a:lnTo>
                  <a:pt x="20948" y="6822"/>
                </a:lnTo>
                <a:lnTo>
                  <a:pt x="20860" y="6822"/>
                </a:lnTo>
                <a:close/>
                <a:moveTo>
                  <a:pt x="16501" y="6967"/>
                </a:moveTo>
                <a:lnTo>
                  <a:pt x="16130" y="6967"/>
                </a:lnTo>
                <a:lnTo>
                  <a:pt x="16124" y="6989"/>
                </a:lnTo>
                <a:lnTo>
                  <a:pt x="16121" y="7011"/>
                </a:lnTo>
                <a:lnTo>
                  <a:pt x="16121" y="14378"/>
                </a:lnTo>
                <a:lnTo>
                  <a:pt x="16124" y="14400"/>
                </a:lnTo>
                <a:lnTo>
                  <a:pt x="16130" y="14422"/>
                </a:lnTo>
                <a:lnTo>
                  <a:pt x="16512" y="14422"/>
                </a:lnTo>
                <a:lnTo>
                  <a:pt x="16518" y="14400"/>
                </a:lnTo>
                <a:lnTo>
                  <a:pt x="16521" y="14378"/>
                </a:lnTo>
                <a:lnTo>
                  <a:pt x="16521" y="7011"/>
                </a:lnTo>
                <a:lnTo>
                  <a:pt x="16518" y="6989"/>
                </a:lnTo>
                <a:lnTo>
                  <a:pt x="16512" y="6967"/>
                </a:lnTo>
                <a:lnTo>
                  <a:pt x="16501" y="6967"/>
                </a:lnTo>
                <a:close/>
                <a:moveTo>
                  <a:pt x="16324" y="4089"/>
                </a:moveTo>
                <a:lnTo>
                  <a:pt x="16270" y="4111"/>
                </a:lnTo>
                <a:lnTo>
                  <a:pt x="16225" y="4167"/>
                </a:lnTo>
                <a:lnTo>
                  <a:pt x="16183" y="4244"/>
                </a:lnTo>
                <a:lnTo>
                  <a:pt x="16149" y="4356"/>
                </a:lnTo>
                <a:lnTo>
                  <a:pt x="16121" y="4511"/>
                </a:lnTo>
                <a:lnTo>
                  <a:pt x="16096" y="4656"/>
                </a:lnTo>
                <a:lnTo>
                  <a:pt x="16082" y="4856"/>
                </a:lnTo>
                <a:lnTo>
                  <a:pt x="16076" y="5044"/>
                </a:lnTo>
                <a:lnTo>
                  <a:pt x="16082" y="5233"/>
                </a:lnTo>
                <a:lnTo>
                  <a:pt x="16096" y="5400"/>
                </a:lnTo>
                <a:lnTo>
                  <a:pt x="16121" y="5578"/>
                </a:lnTo>
                <a:lnTo>
                  <a:pt x="16149" y="5711"/>
                </a:lnTo>
                <a:lnTo>
                  <a:pt x="16183" y="5822"/>
                </a:lnTo>
                <a:lnTo>
                  <a:pt x="16225" y="5922"/>
                </a:lnTo>
                <a:lnTo>
                  <a:pt x="16270" y="5978"/>
                </a:lnTo>
                <a:lnTo>
                  <a:pt x="16324" y="6000"/>
                </a:lnTo>
                <a:lnTo>
                  <a:pt x="16372" y="5978"/>
                </a:lnTo>
                <a:lnTo>
                  <a:pt x="16414" y="5922"/>
                </a:lnTo>
                <a:lnTo>
                  <a:pt x="16459" y="5822"/>
                </a:lnTo>
                <a:lnTo>
                  <a:pt x="16492" y="5711"/>
                </a:lnTo>
                <a:lnTo>
                  <a:pt x="16521" y="5578"/>
                </a:lnTo>
                <a:lnTo>
                  <a:pt x="16546" y="5400"/>
                </a:lnTo>
                <a:lnTo>
                  <a:pt x="16560" y="5233"/>
                </a:lnTo>
                <a:lnTo>
                  <a:pt x="16566" y="5044"/>
                </a:lnTo>
                <a:lnTo>
                  <a:pt x="16560" y="4856"/>
                </a:lnTo>
                <a:lnTo>
                  <a:pt x="16546" y="4656"/>
                </a:lnTo>
                <a:lnTo>
                  <a:pt x="16521" y="4511"/>
                </a:lnTo>
                <a:lnTo>
                  <a:pt x="16492" y="4356"/>
                </a:lnTo>
                <a:lnTo>
                  <a:pt x="16459" y="4244"/>
                </a:lnTo>
                <a:lnTo>
                  <a:pt x="16414" y="4167"/>
                </a:lnTo>
                <a:lnTo>
                  <a:pt x="16372" y="4111"/>
                </a:lnTo>
                <a:lnTo>
                  <a:pt x="16324" y="4089"/>
                </a:lnTo>
                <a:close/>
                <a:moveTo>
                  <a:pt x="2720" y="0"/>
                </a:moveTo>
                <a:lnTo>
                  <a:pt x="2579" y="0"/>
                </a:lnTo>
                <a:lnTo>
                  <a:pt x="2441" y="56"/>
                </a:lnTo>
                <a:lnTo>
                  <a:pt x="2306" y="111"/>
                </a:lnTo>
                <a:lnTo>
                  <a:pt x="2168" y="211"/>
                </a:lnTo>
                <a:lnTo>
                  <a:pt x="2039" y="322"/>
                </a:lnTo>
                <a:lnTo>
                  <a:pt x="1910" y="478"/>
                </a:lnTo>
                <a:lnTo>
                  <a:pt x="1783" y="644"/>
                </a:lnTo>
                <a:lnTo>
                  <a:pt x="1662" y="844"/>
                </a:lnTo>
                <a:lnTo>
                  <a:pt x="1541" y="1056"/>
                </a:lnTo>
                <a:lnTo>
                  <a:pt x="1420" y="1300"/>
                </a:lnTo>
                <a:lnTo>
                  <a:pt x="1311" y="1544"/>
                </a:lnTo>
                <a:lnTo>
                  <a:pt x="1198" y="1833"/>
                </a:lnTo>
                <a:lnTo>
                  <a:pt x="1091" y="2144"/>
                </a:lnTo>
                <a:lnTo>
                  <a:pt x="990" y="2444"/>
                </a:lnTo>
                <a:lnTo>
                  <a:pt x="889" y="2789"/>
                </a:lnTo>
                <a:lnTo>
                  <a:pt x="796" y="3156"/>
                </a:lnTo>
                <a:lnTo>
                  <a:pt x="706" y="3511"/>
                </a:lnTo>
                <a:lnTo>
                  <a:pt x="619" y="3911"/>
                </a:lnTo>
                <a:lnTo>
                  <a:pt x="540" y="4311"/>
                </a:lnTo>
                <a:lnTo>
                  <a:pt x="464" y="4733"/>
                </a:lnTo>
                <a:lnTo>
                  <a:pt x="391" y="5178"/>
                </a:lnTo>
                <a:lnTo>
                  <a:pt x="329" y="5611"/>
                </a:lnTo>
                <a:lnTo>
                  <a:pt x="264" y="6089"/>
                </a:lnTo>
                <a:lnTo>
                  <a:pt x="214" y="6567"/>
                </a:lnTo>
                <a:lnTo>
                  <a:pt x="163" y="7044"/>
                </a:lnTo>
                <a:lnTo>
                  <a:pt x="121" y="7544"/>
                </a:lnTo>
                <a:lnTo>
                  <a:pt x="82" y="8056"/>
                </a:lnTo>
                <a:lnTo>
                  <a:pt x="53" y="8578"/>
                </a:lnTo>
                <a:lnTo>
                  <a:pt x="28" y="9111"/>
                </a:lnTo>
                <a:lnTo>
                  <a:pt x="14" y="9644"/>
                </a:lnTo>
                <a:lnTo>
                  <a:pt x="0" y="10200"/>
                </a:lnTo>
                <a:lnTo>
                  <a:pt x="0" y="11311"/>
                </a:lnTo>
                <a:lnTo>
                  <a:pt x="14" y="11856"/>
                </a:lnTo>
                <a:lnTo>
                  <a:pt x="28" y="12400"/>
                </a:lnTo>
                <a:lnTo>
                  <a:pt x="53" y="12911"/>
                </a:lnTo>
                <a:lnTo>
                  <a:pt x="82" y="13444"/>
                </a:lnTo>
                <a:lnTo>
                  <a:pt x="121" y="13944"/>
                </a:lnTo>
                <a:lnTo>
                  <a:pt x="163" y="14456"/>
                </a:lnTo>
                <a:lnTo>
                  <a:pt x="214" y="14933"/>
                </a:lnTo>
                <a:lnTo>
                  <a:pt x="264" y="15411"/>
                </a:lnTo>
                <a:lnTo>
                  <a:pt x="329" y="15867"/>
                </a:lnTo>
                <a:lnTo>
                  <a:pt x="391" y="16333"/>
                </a:lnTo>
                <a:lnTo>
                  <a:pt x="464" y="16767"/>
                </a:lnTo>
                <a:lnTo>
                  <a:pt x="540" y="17189"/>
                </a:lnTo>
                <a:lnTo>
                  <a:pt x="619" y="17589"/>
                </a:lnTo>
                <a:lnTo>
                  <a:pt x="706" y="17989"/>
                </a:lnTo>
                <a:lnTo>
                  <a:pt x="796" y="18356"/>
                </a:lnTo>
                <a:lnTo>
                  <a:pt x="889" y="18711"/>
                </a:lnTo>
                <a:lnTo>
                  <a:pt x="990" y="19056"/>
                </a:lnTo>
                <a:lnTo>
                  <a:pt x="1091" y="19367"/>
                </a:lnTo>
                <a:lnTo>
                  <a:pt x="1198" y="19667"/>
                </a:lnTo>
                <a:lnTo>
                  <a:pt x="1311" y="19956"/>
                </a:lnTo>
                <a:lnTo>
                  <a:pt x="1420" y="20211"/>
                </a:lnTo>
                <a:lnTo>
                  <a:pt x="1541" y="20456"/>
                </a:lnTo>
                <a:lnTo>
                  <a:pt x="1662" y="20667"/>
                </a:lnTo>
                <a:lnTo>
                  <a:pt x="1783" y="20856"/>
                </a:lnTo>
                <a:lnTo>
                  <a:pt x="1910" y="21022"/>
                </a:lnTo>
                <a:lnTo>
                  <a:pt x="2039" y="21156"/>
                </a:lnTo>
                <a:lnTo>
                  <a:pt x="2168" y="21289"/>
                </a:lnTo>
                <a:lnTo>
                  <a:pt x="2306" y="21389"/>
                </a:lnTo>
                <a:lnTo>
                  <a:pt x="2441" y="21444"/>
                </a:lnTo>
                <a:lnTo>
                  <a:pt x="2579" y="21489"/>
                </a:lnTo>
                <a:lnTo>
                  <a:pt x="2720" y="21500"/>
                </a:lnTo>
                <a:lnTo>
                  <a:pt x="2860" y="21489"/>
                </a:lnTo>
                <a:lnTo>
                  <a:pt x="3001" y="21444"/>
                </a:lnTo>
                <a:lnTo>
                  <a:pt x="3136" y="21389"/>
                </a:lnTo>
                <a:lnTo>
                  <a:pt x="3265" y="21289"/>
                </a:lnTo>
                <a:lnTo>
                  <a:pt x="3403" y="21156"/>
                </a:lnTo>
                <a:lnTo>
                  <a:pt x="3527" y="21022"/>
                </a:lnTo>
                <a:lnTo>
                  <a:pt x="3659" y="20856"/>
                </a:lnTo>
                <a:lnTo>
                  <a:pt x="3780" y="20667"/>
                </a:lnTo>
                <a:lnTo>
                  <a:pt x="3901" y="20456"/>
                </a:lnTo>
                <a:lnTo>
                  <a:pt x="4016" y="20211"/>
                </a:lnTo>
                <a:lnTo>
                  <a:pt x="4132" y="19956"/>
                </a:lnTo>
                <a:lnTo>
                  <a:pt x="4244" y="19667"/>
                </a:lnTo>
                <a:lnTo>
                  <a:pt x="4348" y="19367"/>
                </a:lnTo>
                <a:lnTo>
                  <a:pt x="4449" y="19056"/>
                </a:lnTo>
                <a:lnTo>
                  <a:pt x="4551" y="18711"/>
                </a:lnTo>
                <a:lnTo>
                  <a:pt x="4643" y="18356"/>
                </a:lnTo>
                <a:lnTo>
                  <a:pt x="4736" y="17989"/>
                </a:lnTo>
                <a:lnTo>
                  <a:pt x="4823" y="17589"/>
                </a:lnTo>
                <a:lnTo>
                  <a:pt x="4899" y="17189"/>
                </a:lnTo>
                <a:lnTo>
                  <a:pt x="4978" y="16767"/>
                </a:lnTo>
                <a:lnTo>
                  <a:pt x="5048" y="16333"/>
                </a:lnTo>
                <a:lnTo>
                  <a:pt x="5113" y="15867"/>
                </a:lnTo>
                <a:lnTo>
                  <a:pt x="5175" y="15411"/>
                </a:lnTo>
                <a:lnTo>
                  <a:pt x="5228" y="14933"/>
                </a:lnTo>
                <a:lnTo>
                  <a:pt x="5276" y="14456"/>
                </a:lnTo>
                <a:lnTo>
                  <a:pt x="5321" y="13944"/>
                </a:lnTo>
                <a:lnTo>
                  <a:pt x="5355" y="13444"/>
                </a:lnTo>
                <a:lnTo>
                  <a:pt x="5389" y="12911"/>
                </a:lnTo>
                <a:lnTo>
                  <a:pt x="5411" y="12400"/>
                </a:lnTo>
                <a:lnTo>
                  <a:pt x="5425" y="11856"/>
                </a:lnTo>
                <a:lnTo>
                  <a:pt x="5437" y="11311"/>
                </a:lnTo>
                <a:lnTo>
                  <a:pt x="5442" y="10756"/>
                </a:lnTo>
                <a:lnTo>
                  <a:pt x="5437" y="10200"/>
                </a:lnTo>
                <a:lnTo>
                  <a:pt x="5425" y="9644"/>
                </a:lnTo>
                <a:lnTo>
                  <a:pt x="5411" y="9111"/>
                </a:lnTo>
                <a:lnTo>
                  <a:pt x="5389" y="8578"/>
                </a:lnTo>
                <a:lnTo>
                  <a:pt x="5355" y="8056"/>
                </a:lnTo>
                <a:lnTo>
                  <a:pt x="5321" y="7544"/>
                </a:lnTo>
                <a:lnTo>
                  <a:pt x="5276" y="7044"/>
                </a:lnTo>
                <a:lnTo>
                  <a:pt x="5228" y="6567"/>
                </a:lnTo>
                <a:lnTo>
                  <a:pt x="5175" y="6089"/>
                </a:lnTo>
                <a:lnTo>
                  <a:pt x="5113" y="5611"/>
                </a:lnTo>
                <a:lnTo>
                  <a:pt x="5048" y="5178"/>
                </a:lnTo>
                <a:lnTo>
                  <a:pt x="4978" y="4733"/>
                </a:lnTo>
                <a:lnTo>
                  <a:pt x="4899" y="4311"/>
                </a:lnTo>
                <a:lnTo>
                  <a:pt x="4823" y="3911"/>
                </a:lnTo>
                <a:lnTo>
                  <a:pt x="4736" y="3511"/>
                </a:lnTo>
                <a:lnTo>
                  <a:pt x="4643" y="3156"/>
                </a:lnTo>
                <a:lnTo>
                  <a:pt x="4551" y="2789"/>
                </a:lnTo>
                <a:lnTo>
                  <a:pt x="4449" y="2444"/>
                </a:lnTo>
                <a:lnTo>
                  <a:pt x="4348" y="2144"/>
                </a:lnTo>
                <a:lnTo>
                  <a:pt x="4244" y="1833"/>
                </a:lnTo>
                <a:lnTo>
                  <a:pt x="4132" y="1544"/>
                </a:lnTo>
                <a:lnTo>
                  <a:pt x="4016" y="1300"/>
                </a:lnTo>
                <a:lnTo>
                  <a:pt x="3901" y="1056"/>
                </a:lnTo>
                <a:lnTo>
                  <a:pt x="3780" y="844"/>
                </a:lnTo>
                <a:lnTo>
                  <a:pt x="3659" y="644"/>
                </a:lnTo>
                <a:lnTo>
                  <a:pt x="3527" y="478"/>
                </a:lnTo>
                <a:lnTo>
                  <a:pt x="3403" y="322"/>
                </a:lnTo>
                <a:lnTo>
                  <a:pt x="3265" y="211"/>
                </a:lnTo>
                <a:lnTo>
                  <a:pt x="3136" y="111"/>
                </a:lnTo>
                <a:lnTo>
                  <a:pt x="3001" y="56"/>
                </a:lnTo>
                <a:lnTo>
                  <a:pt x="2860" y="0"/>
                </a:lnTo>
                <a:lnTo>
                  <a:pt x="2720" y="0"/>
                </a:lnTo>
                <a:close/>
                <a:moveTo>
                  <a:pt x="2000" y="13600"/>
                </a:moveTo>
                <a:lnTo>
                  <a:pt x="1929" y="13289"/>
                </a:lnTo>
                <a:lnTo>
                  <a:pt x="1870" y="12967"/>
                </a:lnTo>
                <a:lnTo>
                  <a:pt x="1817" y="12622"/>
                </a:lnTo>
                <a:lnTo>
                  <a:pt x="1775" y="12256"/>
                </a:lnTo>
                <a:lnTo>
                  <a:pt x="1741" y="11900"/>
                </a:lnTo>
                <a:lnTo>
                  <a:pt x="1721" y="11511"/>
                </a:lnTo>
                <a:lnTo>
                  <a:pt x="1704" y="11133"/>
                </a:lnTo>
                <a:lnTo>
                  <a:pt x="1702" y="10756"/>
                </a:lnTo>
                <a:lnTo>
                  <a:pt x="1704" y="10367"/>
                </a:lnTo>
                <a:lnTo>
                  <a:pt x="1721" y="9989"/>
                </a:lnTo>
                <a:lnTo>
                  <a:pt x="1741" y="9611"/>
                </a:lnTo>
                <a:lnTo>
                  <a:pt x="1775" y="9222"/>
                </a:lnTo>
                <a:lnTo>
                  <a:pt x="1817" y="8878"/>
                </a:lnTo>
                <a:lnTo>
                  <a:pt x="1870" y="8533"/>
                </a:lnTo>
                <a:lnTo>
                  <a:pt x="1929" y="8211"/>
                </a:lnTo>
                <a:lnTo>
                  <a:pt x="2000" y="7911"/>
                </a:lnTo>
                <a:lnTo>
                  <a:pt x="2078" y="7622"/>
                </a:lnTo>
                <a:lnTo>
                  <a:pt x="2160" y="7389"/>
                </a:lnTo>
                <a:lnTo>
                  <a:pt x="2247" y="7178"/>
                </a:lnTo>
                <a:lnTo>
                  <a:pt x="2334" y="7011"/>
                </a:lnTo>
                <a:lnTo>
                  <a:pt x="2430" y="6878"/>
                </a:lnTo>
                <a:lnTo>
                  <a:pt x="2528" y="6800"/>
                </a:lnTo>
                <a:lnTo>
                  <a:pt x="2624" y="6744"/>
                </a:lnTo>
                <a:lnTo>
                  <a:pt x="2720" y="6722"/>
                </a:lnTo>
                <a:lnTo>
                  <a:pt x="2818" y="6744"/>
                </a:lnTo>
                <a:lnTo>
                  <a:pt x="2914" y="6800"/>
                </a:lnTo>
                <a:lnTo>
                  <a:pt x="3009" y="6878"/>
                </a:lnTo>
                <a:lnTo>
                  <a:pt x="3102" y="7011"/>
                </a:lnTo>
                <a:lnTo>
                  <a:pt x="3195" y="7178"/>
                </a:lnTo>
                <a:lnTo>
                  <a:pt x="3282" y="7389"/>
                </a:lnTo>
                <a:lnTo>
                  <a:pt x="3364" y="7622"/>
                </a:lnTo>
                <a:lnTo>
                  <a:pt x="3440" y="7911"/>
                </a:lnTo>
                <a:lnTo>
                  <a:pt x="3513" y="8211"/>
                </a:lnTo>
                <a:lnTo>
                  <a:pt x="3572" y="8533"/>
                </a:lnTo>
                <a:lnTo>
                  <a:pt x="3625" y="8878"/>
                </a:lnTo>
                <a:lnTo>
                  <a:pt x="3667" y="9222"/>
                </a:lnTo>
                <a:lnTo>
                  <a:pt x="3696" y="9611"/>
                </a:lnTo>
                <a:lnTo>
                  <a:pt x="3721" y="9989"/>
                </a:lnTo>
                <a:lnTo>
                  <a:pt x="3735" y="10367"/>
                </a:lnTo>
                <a:lnTo>
                  <a:pt x="3741" y="10756"/>
                </a:lnTo>
                <a:lnTo>
                  <a:pt x="3735" y="11133"/>
                </a:lnTo>
                <a:lnTo>
                  <a:pt x="3721" y="11511"/>
                </a:lnTo>
                <a:lnTo>
                  <a:pt x="3696" y="11900"/>
                </a:lnTo>
                <a:lnTo>
                  <a:pt x="3667" y="12256"/>
                </a:lnTo>
                <a:lnTo>
                  <a:pt x="3625" y="12622"/>
                </a:lnTo>
                <a:lnTo>
                  <a:pt x="3572" y="12967"/>
                </a:lnTo>
                <a:lnTo>
                  <a:pt x="3513" y="13289"/>
                </a:lnTo>
                <a:lnTo>
                  <a:pt x="3440" y="13600"/>
                </a:lnTo>
                <a:lnTo>
                  <a:pt x="3364" y="13889"/>
                </a:lnTo>
                <a:lnTo>
                  <a:pt x="3282" y="14111"/>
                </a:lnTo>
                <a:lnTo>
                  <a:pt x="3195" y="14322"/>
                </a:lnTo>
                <a:lnTo>
                  <a:pt x="3102" y="14500"/>
                </a:lnTo>
                <a:lnTo>
                  <a:pt x="3009" y="14611"/>
                </a:lnTo>
                <a:lnTo>
                  <a:pt x="2914" y="14711"/>
                </a:lnTo>
                <a:lnTo>
                  <a:pt x="2818" y="14767"/>
                </a:lnTo>
                <a:lnTo>
                  <a:pt x="2720" y="14778"/>
                </a:lnTo>
                <a:lnTo>
                  <a:pt x="2624" y="14767"/>
                </a:lnTo>
                <a:lnTo>
                  <a:pt x="2528" y="14711"/>
                </a:lnTo>
                <a:lnTo>
                  <a:pt x="2430" y="14611"/>
                </a:lnTo>
                <a:lnTo>
                  <a:pt x="2334" y="14500"/>
                </a:lnTo>
                <a:lnTo>
                  <a:pt x="2247" y="14322"/>
                </a:lnTo>
                <a:lnTo>
                  <a:pt x="2160" y="14111"/>
                </a:lnTo>
                <a:lnTo>
                  <a:pt x="2078" y="13889"/>
                </a:lnTo>
                <a:lnTo>
                  <a:pt x="2000" y="13600"/>
                </a:lnTo>
                <a:close/>
                <a:moveTo>
                  <a:pt x="4044" y="17989"/>
                </a:moveTo>
                <a:lnTo>
                  <a:pt x="3991" y="17989"/>
                </a:lnTo>
                <a:lnTo>
                  <a:pt x="3937" y="17956"/>
                </a:lnTo>
                <a:lnTo>
                  <a:pt x="3890" y="17911"/>
                </a:lnTo>
                <a:lnTo>
                  <a:pt x="3847" y="17833"/>
                </a:lnTo>
                <a:lnTo>
                  <a:pt x="3797" y="17767"/>
                </a:lnTo>
                <a:lnTo>
                  <a:pt x="3760" y="17644"/>
                </a:lnTo>
                <a:lnTo>
                  <a:pt x="3721" y="17533"/>
                </a:lnTo>
                <a:lnTo>
                  <a:pt x="3682" y="17400"/>
                </a:lnTo>
                <a:lnTo>
                  <a:pt x="3648" y="17267"/>
                </a:lnTo>
                <a:lnTo>
                  <a:pt x="3620" y="17111"/>
                </a:lnTo>
                <a:lnTo>
                  <a:pt x="3594" y="16944"/>
                </a:lnTo>
                <a:lnTo>
                  <a:pt x="3572" y="16767"/>
                </a:lnTo>
                <a:lnTo>
                  <a:pt x="3558" y="16578"/>
                </a:lnTo>
                <a:lnTo>
                  <a:pt x="3541" y="16389"/>
                </a:lnTo>
                <a:lnTo>
                  <a:pt x="3538" y="16200"/>
                </a:lnTo>
                <a:lnTo>
                  <a:pt x="3532" y="15989"/>
                </a:lnTo>
                <a:lnTo>
                  <a:pt x="3538" y="15778"/>
                </a:lnTo>
                <a:lnTo>
                  <a:pt x="3541" y="15567"/>
                </a:lnTo>
                <a:lnTo>
                  <a:pt x="3558" y="15378"/>
                </a:lnTo>
                <a:lnTo>
                  <a:pt x="3572" y="15200"/>
                </a:lnTo>
                <a:lnTo>
                  <a:pt x="3594" y="15011"/>
                </a:lnTo>
                <a:lnTo>
                  <a:pt x="3620" y="14856"/>
                </a:lnTo>
                <a:lnTo>
                  <a:pt x="3648" y="14711"/>
                </a:lnTo>
                <a:lnTo>
                  <a:pt x="3682" y="14556"/>
                </a:lnTo>
                <a:lnTo>
                  <a:pt x="3721" y="14422"/>
                </a:lnTo>
                <a:lnTo>
                  <a:pt x="3760" y="14300"/>
                </a:lnTo>
                <a:lnTo>
                  <a:pt x="3797" y="14211"/>
                </a:lnTo>
                <a:lnTo>
                  <a:pt x="3847" y="14111"/>
                </a:lnTo>
                <a:lnTo>
                  <a:pt x="3890" y="14056"/>
                </a:lnTo>
                <a:lnTo>
                  <a:pt x="3937" y="14000"/>
                </a:lnTo>
                <a:lnTo>
                  <a:pt x="4044" y="13956"/>
                </a:lnTo>
                <a:lnTo>
                  <a:pt x="4098" y="13978"/>
                </a:lnTo>
                <a:lnTo>
                  <a:pt x="4146" y="14000"/>
                </a:lnTo>
                <a:lnTo>
                  <a:pt x="4193" y="14056"/>
                </a:lnTo>
                <a:lnTo>
                  <a:pt x="4244" y="14111"/>
                </a:lnTo>
                <a:lnTo>
                  <a:pt x="4286" y="14211"/>
                </a:lnTo>
                <a:lnTo>
                  <a:pt x="4328" y="14300"/>
                </a:lnTo>
                <a:lnTo>
                  <a:pt x="4368" y="14422"/>
                </a:lnTo>
                <a:lnTo>
                  <a:pt x="4402" y="14556"/>
                </a:lnTo>
                <a:lnTo>
                  <a:pt x="4435" y="14711"/>
                </a:lnTo>
                <a:lnTo>
                  <a:pt x="4466" y="14856"/>
                </a:lnTo>
                <a:lnTo>
                  <a:pt x="4494" y="15011"/>
                </a:lnTo>
                <a:lnTo>
                  <a:pt x="4514" y="15200"/>
                </a:lnTo>
                <a:lnTo>
                  <a:pt x="4534" y="15378"/>
                </a:lnTo>
                <a:lnTo>
                  <a:pt x="4542" y="15567"/>
                </a:lnTo>
                <a:lnTo>
                  <a:pt x="4551" y="15778"/>
                </a:lnTo>
                <a:lnTo>
                  <a:pt x="4551" y="16200"/>
                </a:lnTo>
                <a:lnTo>
                  <a:pt x="4534" y="16578"/>
                </a:lnTo>
                <a:lnTo>
                  <a:pt x="4514" y="16767"/>
                </a:lnTo>
                <a:lnTo>
                  <a:pt x="4494" y="16944"/>
                </a:lnTo>
                <a:lnTo>
                  <a:pt x="4466" y="17111"/>
                </a:lnTo>
                <a:lnTo>
                  <a:pt x="4435" y="17267"/>
                </a:lnTo>
                <a:lnTo>
                  <a:pt x="4368" y="17533"/>
                </a:lnTo>
                <a:lnTo>
                  <a:pt x="4328" y="17644"/>
                </a:lnTo>
                <a:lnTo>
                  <a:pt x="4286" y="17767"/>
                </a:lnTo>
                <a:lnTo>
                  <a:pt x="4244" y="17833"/>
                </a:lnTo>
                <a:lnTo>
                  <a:pt x="4193" y="17911"/>
                </a:lnTo>
                <a:lnTo>
                  <a:pt x="4146" y="17956"/>
                </a:lnTo>
                <a:lnTo>
                  <a:pt x="4098" y="17989"/>
                </a:lnTo>
                <a:lnTo>
                  <a:pt x="4044" y="17989"/>
                </a:lnTo>
                <a:close/>
                <a:moveTo>
                  <a:pt x="5127" y="18911"/>
                </a:moveTo>
                <a:lnTo>
                  <a:pt x="5093" y="18922"/>
                </a:lnTo>
                <a:lnTo>
                  <a:pt x="5060" y="18944"/>
                </a:lnTo>
                <a:lnTo>
                  <a:pt x="5026" y="18989"/>
                </a:lnTo>
                <a:lnTo>
                  <a:pt x="4992" y="19022"/>
                </a:lnTo>
                <a:lnTo>
                  <a:pt x="4964" y="19078"/>
                </a:lnTo>
                <a:lnTo>
                  <a:pt x="4933" y="19133"/>
                </a:lnTo>
                <a:lnTo>
                  <a:pt x="4911" y="19233"/>
                </a:lnTo>
                <a:lnTo>
                  <a:pt x="4885" y="19311"/>
                </a:lnTo>
                <a:lnTo>
                  <a:pt x="4860" y="19400"/>
                </a:lnTo>
                <a:lnTo>
                  <a:pt x="4843" y="19500"/>
                </a:lnTo>
                <a:lnTo>
                  <a:pt x="4826" y="19611"/>
                </a:lnTo>
                <a:lnTo>
                  <a:pt x="4812" y="19733"/>
                </a:lnTo>
                <a:lnTo>
                  <a:pt x="4804" y="19867"/>
                </a:lnTo>
                <a:lnTo>
                  <a:pt x="4792" y="20000"/>
                </a:lnTo>
                <a:lnTo>
                  <a:pt x="4790" y="20133"/>
                </a:lnTo>
                <a:lnTo>
                  <a:pt x="4784" y="20267"/>
                </a:lnTo>
                <a:lnTo>
                  <a:pt x="4790" y="20400"/>
                </a:lnTo>
                <a:lnTo>
                  <a:pt x="4792" y="20533"/>
                </a:lnTo>
                <a:lnTo>
                  <a:pt x="4804" y="20667"/>
                </a:lnTo>
                <a:lnTo>
                  <a:pt x="4812" y="20778"/>
                </a:lnTo>
                <a:lnTo>
                  <a:pt x="4826" y="20889"/>
                </a:lnTo>
                <a:lnTo>
                  <a:pt x="4843" y="21011"/>
                </a:lnTo>
                <a:lnTo>
                  <a:pt x="4860" y="21122"/>
                </a:lnTo>
                <a:lnTo>
                  <a:pt x="4885" y="21222"/>
                </a:lnTo>
                <a:lnTo>
                  <a:pt x="4911" y="21289"/>
                </a:lnTo>
                <a:lnTo>
                  <a:pt x="4933" y="21367"/>
                </a:lnTo>
                <a:lnTo>
                  <a:pt x="4964" y="21444"/>
                </a:lnTo>
                <a:lnTo>
                  <a:pt x="4992" y="21500"/>
                </a:lnTo>
                <a:lnTo>
                  <a:pt x="5026" y="21544"/>
                </a:lnTo>
                <a:lnTo>
                  <a:pt x="5060" y="21578"/>
                </a:lnTo>
                <a:lnTo>
                  <a:pt x="5093" y="21600"/>
                </a:lnTo>
                <a:lnTo>
                  <a:pt x="5161" y="21600"/>
                </a:lnTo>
                <a:lnTo>
                  <a:pt x="5195" y="21578"/>
                </a:lnTo>
                <a:lnTo>
                  <a:pt x="5228" y="21544"/>
                </a:lnTo>
                <a:lnTo>
                  <a:pt x="5257" y="21500"/>
                </a:lnTo>
                <a:lnTo>
                  <a:pt x="5287" y="21444"/>
                </a:lnTo>
                <a:lnTo>
                  <a:pt x="5344" y="21289"/>
                </a:lnTo>
                <a:lnTo>
                  <a:pt x="5369" y="21222"/>
                </a:lnTo>
                <a:lnTo>
                  <a:pt x="5389" y="21122"/>
                </a:lnTo>
                <a:lnTo>
                  <a:pt x="5408" y="21011"/>
                </a:lnTo>
                <a:lnTo>
                  <a:pt x="5425" y="20889"/>
                </a:lnTo>
                <a:lnTo>
                  <a:pt x="5442" y="20778"/>
                </a:lnTo>
                <a:lnTo>
                  <a:pt x="5451" y="20667"/>
                </a:lnTo>
                <a:lnTo>
                  <a:pt x="5459" y="20533"/>
                </a:lnTo>
                <a:lnTo>
                  <a:pt x="5465" y="20400"/>
                </a:lnTo>
                <a:lnTo>
                  <a:pt x="5465" y="20133"/>
                </a:lnTo>
                <a:lnTo>
                  <a:pt x="5459" y="20000"/>
                </a:lnTo>
                <a:lnTo>
                  <a:pt x="5442" y="19733"/>
                </a:lnTo>
                <a:lnTo>
                  <a:pt x="5425" y="19611"/>
                </a:lnTo>
                <a:lnTo>
                  <a:pt x="5408" y="19500"/>
                </a:lnTo>
                <a:lnTo>
                  <a:pt x="5389" y="19400"/>
                </a:lnTo>
                <a:lnTo>
                  <a:pt x="5369" y="19311"/>
                </a:lnTo>
                <a:lnTo>
                  <a:pt x="5344" y="19233"/>
                </a:lnTo>
                <a:lnTo>
                  <a:pt x="5316" y="19133"/>
                </a:lnTo>
                <a:lnTo>
                  <a:pt x="5287" y="19078"/>
                </a:lnTo>
                <a:lnTo>
                  <a:pt x="5257" y="19022"/>
                </a:lnTo>
                <a:lnTo>
                  <a:pt x="5228" y="18989"/>
                </a:lnTo>
                <a:lnTo>
                  <a:pt x="5195" y="18944"/>
                </a:lnTo>
                <a:lnTo>
                  <a:pt x="5161" y="18922"/>
                </a:lnTo>
                <a:lnTo>
                  <a:pt x="5127" y="18911"/>
                </a:lnTo>
                <a:close/>
              </a:path>
            </a:pathLst>
          </a:custGeom>
          <a:solidFill>
            <a:srgbClr val="000006"/>
          </a:solidFill>
          <a:ln w="12700">
            <a:miter lim="400000"/>
          </a:ln>
        </p:spPr>
        <p:txBody>
          <a:bodyPr lIns="45719" rIns="45719"/>
          <a:lstStyle/>
          <a:p>
            <a:pPr/>
          </a:p>
        </p:txBody>
      </p:sp>
      <p:sp>
        <p:nvSpPr>
          <p:cNvPr id="22" name="MSIPCMContentMarking"/>
          <p:cNvSpPr txBox="1"/>
          <p:nvPr/>
        </p:nvSpPr>
        <p:spPr>
          <a:xfrm>
            <a:off x="5263052" y="6658292"/>
            <a:ext cx="166589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000000"/>
                </a:solidFill>
                <a:latin typeface="+mj-lt"/>
                <a:ea typeface="+mj-ea"/>
                <a:cs typeface="+mj-cs"/>
                <a:sym typeface="Calibri"/>
              </a:defRPr>
            </a:lvl1pPr>
          </a:lstStyle>
          <a:p>
            <a:pPr/>
            <a:r>
              <a:t>Classification: Confidential</a:t>
            </a:r>
          </a:p>
        </p:txBody>
      </p:sp>
      <p:sp>
        <p:nvSpPr>
          <p:cNvPr id="23" name="Rectangle 7"/>
          <p:cNvSpPr/>
          <p:nvPr/>
        </p:nvSpPr>
        <p:spPr>
          <a:xfrm>
            <a:off x="740568" y="1777835"/>
            <a:ext cx="11451430" cy="5080165"/>
          </a:xfrm>
          <a:prstGeom prst="rect">
            <a:avLst/>
          </a:prstGeom>
          <a:solidFill>
            <a:srgbClr val="ECE8E4"/>
          </a:solidFill>
          <a:ln w="12700">
            <a:miter lim="400000"/>
          </a:ln>
        </p:spPr>
        <p:txBody>
          <a:bodyPr lIns="45719" rIns="45719" anchor="ctr"/>
          <a:lstStyle/>
          <a:p>
            <a:pPr algn="ctr">
              <a:defRPr>
                <a:solidFill>
                  <a:srgbClr val="FFFFFF"/>
                </a:solidFill>
              </a:defRPr>
            </a:pPr>
          </a:p>
        </p:txBody>
      </p:sp>
      <p:sp>
        <p:nvSpPr>
          <p:cNvPr id="24" name="Rectangle 11"/>
          <p:cNvSpPr/>
          <p:nvPr/>
        </p:nvSpPr>
        <p:spPr>
          <a:xfrm>
            <a:off x="9004300" y="-3"/>
            <a:ext cx="3187699" cy="6858004"/>
          </a:xfrm>
          <a:prstGeom prst="rect">
            <a:avLst/>
          </a:prstGeom>
          <a:solidFill>
            <a:srgbClr val="000005"/>
          </a:solidFill>
          <a:ln w="12700">
            <a:miter lim="400000"/>
          </a:ln>
        </p:spPr>
        <p:txBody>
          <a:bodyPr lIns="45719" rIns="45719" anchor="ctr"/>
          <a:lstStyle/>
          <a:p>
            <a:pPr algn="ctr">
              <a:defRPr>
                <a:solidFill>
                  <a:srgbClr val="FFFFFF"/>
                </a:solidFill>
              </a:defRPr>
            </a:pPr>
          </a:p>
        </p:txBody>
      </p:sp>
      <p:sp>
        <p:nvSpPr>
          <p:cNvPr id="25" name="Oval 13"/>
          <p:cNvSpPr/>
          <p:nvPr/>
        </p:nvSpPr>
        <p:spPr>
          <a:xfrm>
            <a:off x="11677650" y="500062"/>
            <a:ext cx="1073150" cy="1073151"/>
          </a:xfrm>
          <a:prstGeom prst="ellipse">
            <a:avLst/>
          </a:prstGeom>
          <a:solidFill>
            <a:srgbClr val="FFFFFF"/>
          </a:solidFill>
          <a:ln w="12700">
            <a:miter lim="400000"/>
          </a:ln>
        </p:spPr>
        <p:txBody>
          <a:bodyPr lIns="45719" rIns="45719" anchor="ctr"/>
          <a:lstStyle/>
          <a:p>
            <a:pPr algn="ctr">
              <a:defRPr>
                <a:solidFill>
                  <a:srgbClr val="FFFFFF"/>
                </a:solidFill>
              </a:defRPr>
            </a:pPr>
          </a:p>
        </p:txBody>
      </p:sp>
      <p:sp>
        <p:nvSpPr>
          <p:cNvPr id="26" name="Freeform 5"/>
          <p:cNvSpPr/>
          <p:nvPr/>
        </p:nvSpPr>
        <p:spPr>
          <a:xfrm>
            <a:off x="1206500" y="6209379"/>
            <a:ext cx="1422400" cy="360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263" y="6967"/>
                </a:moveTo>
                <a:lnTo>
                  <a:pt x="7928" y="6967"/>
                </a:lnTo>
                <a:lnTo>
                  <a:pt x="7920" y="7033"/>
                </a:lnTo>
                <a:lnTo>
                  <a:pt x="7886" y="7567"/>
                </a:lnTo>
                <a:lnTo>
                  <a:pt x="7878" y="7600"/>
                </a:lnTo>
                <a:lnTo>
                  <a:pt x="7867" y="7622"/>
                </a:lnTo>
                <a:lnTo>
                  <a:pt x="7858" y="7622"/>
                </a:lnTo>
                <a:lnTo>
                  <a:pt x="7844" y="7578"/>
                </a:lnTo>
                <a:lnTo>
                  <a:pt x="7799" y="7433"/>
                </a:lnTo>
                <a:lnTo>
                  <a:pt x="7751" y="7300"/>
                </a:lnTo>
                <a:lnTo>
                  <a:pt x="7689" y="7167"/>
                </a:lnTo>
                <a:lnTo>
                  <a:pt x="7625" y="7044"/>
                </a:lnTo>
                <a:lnTo>
                  <a:pt x="7557" y="6956"/>
                </a:lnTo>
                <a:lnTo>
                  <a:pt x="7484" y="6878"/>
                </a:lnTo>
                <a:lnTo>
                  <a:pt x="7414" y="6833"/>
                </a:lnTo>
                <a:lnTo>
                  <a:pt x="7341" y="6822"/>
                </a:lnTo>
                <a:lnTo>
                  <a:pt x="7242" y="6833"/>
                </a:lnTo>
                <a:lnTo>
                  <a:pt x="7147" y="6889"/>
                </a:lnTo>
                <a:lnTo>
                  <a:pt x="7059" y="6967"/>
                </a:lnTo>
                <a:lnTo>
                  <a:pt x="6978" y="7100"/>
                </a:lnTo>
                <a:lnTo>
                  <a:pt x="6899" y="7256"/>
                </a:lnTo>
                <a:lnTo>
                  <a:pt x="6829" y="7433"/>
                </a:lnTo>
                <a:lnTo>
                  <a:pt x="6761" y="7644"/>
                </a:lnTo>
                <a:lnTo>
                  <a:pt x="6702" y="7889"/>
                </a:lnTo>
                <a:lnTo>
                  <a:pt x="6649" y="8156"/>
                </a:lnTo>
                <a:lnTo>
                  <a:pt x="6601" y="8456"/>
                </a:lnTo>
                <a:lnTo>
                  <a:pt x="6562" y="8767"/>
                </a:lnTo>
                <a:lnTo>
                  <a:pt x="6528" y="9111"/>
                </a:lnTo>
                <a:lnTo>
                  <a:pt x="6500" y="9478"/>
                </a:lnTo>
                <a:lnTo>
                  <a:pt x="6480" y="9878"/>
                </a:lnTo>
                <a:lnTo>
                  <a:pt x="6472" y="10278"/>
                </a:lnTo>
                <a:lnTo>
                  <a:pt x="6466" y="10700"/>
                </a:lnTo>
                <a:lnTo>
                  <a:pt x="6472" y="11111"/>
                </a:lnTo>
                <a:lnTo>
                  <a:pt x="6486" y="11511"/>
                </a:lnTo>
                <a:lnTo>
                  <a:pt x="6505" y="11900"/>
                </a:lnTo>
                <a:lnTo>
                  <a:pt x="6528" y="12256"/>
                </a:lnTo>
                <a:lnTo>
                  <a:pt x="6567" y="12600"/>
                </a:lnTo>
                <a:lnTo>
                  <a:pt x="6607" y="12933"/>
                </a:lnTo>
                <a:lnTo>
                  <a:pt x="6654" y="13211"/>
                </a:lnTo>
                <a:lnTo>
                  <a:pt x="6708" y="13500"/>
                </a:lnTo>
                <a:lnTo>
                  <a:pt x="6770" y="13733"/>
                </a:lnTo>
                <a:lnTo>
                  <a:pt x="6837" y="13944"/>
                </a:lnTo>
                <a:lnTo>
                  <a:pt x="6905" y="14133"/>
                </a:lnTo>
                <a:lnTo>
                  <a:pt x="6983" y="14289"/>
                </a:lnTo>
                <a:lnTo>
                  <a:pt x="7065" y="14400"/>
                </a:lnTo>
                <a:lnTo>
                  <a:pt x="7152" y="14500"/>
                </a:lnTo>
                <a:lnTo>
                  <a:pt x="7242" y="14556"/>
                </a:lnTo>
                <a:lnTo>
                  <a:pt x="7341" y="14567"/>
                </a:lnTo>
                <a:lnTo>
                  <a:pt x="7397" y="14556"/>
                </a:lnTo>
                <a:lnTo>
                  <a:pt x="7450" y="14533"/>
                </a:lnTo>
                <a:lnTo>
                  <a:pt x="7501" y="14500"/>
                </a:lnTo>
                <a:lnTo>
                  <a:pt x="7549" y="14456"/>
                </a:lnTo>
                <a:lnTo>
                  <a:pt x="7636" y="14344"/>
                </a:lnTo>
                <a:lnTo>
                  <a:pt x="7706" y="14211"/>
                </a:lnTo>
                <a:lnTo>
                  <a:pt x="7765" y="14078"/>
                </a:lnTo>
                <a:lnTo>
                  <a:pt x="7807" y="13944"/>
                </a:lnTo>
                <a:lnTo>
                  <a:pt x="7853" y="13789"/>
                </a:lnTo>
                <a:lnTo>
                  <a:pt x="7861" y="13767"/>
                </a:lnTo>
                <a:lnTo>
                  <a:pt x="7872" y="13767"/>
                </a:lnTo>
                <a:lnTo>
                  <a:pt x="7881" y="13811"/>
                </a:lnTo>
                <a:lnTo>
                  <a:pt x="7886" y="13822"/>
                </a:lnTo>
                <a:lnTo>
                  <a:pt x="7886" y="17300"/>
                </a:lnTo>
                <a:lnTo>
                  <a:pt x="7892" y="17322"/>
                </a:lnTo>
                <a:lnTo>
                  <a:pt x="7895" y="17344"/>
                </a:lnTo>
                <a:lnTo>
                  <a:pt x="8272" y="17344"/>
                </a:lnTo>
                <a:lnTo>
                  <a:pt x="8283" y="17300"/>
                </a:lnTo>
                <a:lnTo>
                  <a:pt x="8283" y="7011"/>
                </a:lnTo>
                <a:lnTo>
                  <a:pt x="8272" y="6967"/>
                </a:lnTo>
                <a:lnTo>
                  <a:pt x="8263" y="6967"/>
                </a:lnTo>
                <a:close/>
                <a:moveTo>
                  <a:pt x="7394" y="13122"/>
                </a:moveTo>
                <a:lnTo>
                  <a:pt x="7335" y="13122"/>
                </a:lnTo>
                <a:lnTo>
                  <a:pt x="7276" y="13078"/>
                </a:lnTo>
                <a:lnTo>
                  <a:pt x="7220" y="13022"/>
                </a:lnTo>
                <a:lnTo>
                  <a:pt x="7172" y="12944"/>
                </a:lnTo>
                <a:lnTo>
                  <a:pt x="7124" y="12856"/>
                </a:lnTo>
                <a:lnTo>
                  <a:pt x="7079" y="12733"/>
                </a:lnTo>
                <a:lnTo>
                  <a:pt x="7040" y="12600"/>
                </a:lnTo>
                <a:lnTo>
                  <a:pt x="7006" y="12456"/>
                </a:lnTo>
                <a:lnTo>
                  <a:pt x="6972" y="12278"/>
                </a:lnTo>
                <a:lnTo>
                  <a:pt x="6950" y="12089"/>
                </a:lnTo>
                <a:lnTo>
                  <a:pt x="6924" y="11900"/>
                </a:lnTo>
                <a:lnTo>
                  <a:pt x="6905" y="11667"/>
                </a:lnTo>
                <a:lnTo>
                  <a:pt x="6891" y="11444"/>
                </a:lnTo>
                <a:lnTo>
                  <a:pt x="6877" y="11211"/>
                </a:lnTo>
                <a:lnTo>
                  <a:pt x="6871" y="10967"/>
                </a:lnTo>
                <a:lnTo>
                  <a:pt x="6871" y="10422"/>
                </a:lnTo>
                <a:lnTo>
                  <a:pt x="6877" y="10178"/>
                </a:lnTo>
                <a:lnTo>
                  <a:pt x="6891" y="9933"/>
                </a:lnTo>
                <a:lnTo>
                  <a:pt x="6905" y="9700"/>
                </a:lnTo>
                <a:lnTo>
                  <a:pt x="6924" y="9489"/>
                </a:lnTo>
                <a:lnTo>
                  <a:pt x="6950" y="9278"/>
                </a:lnTo>
                <a:lnTo>
                  <a:pt x="6972" y="9111"/>
                </a:lnTo>
                <a:lnTo>
                  <a:pt x="7006" y="8933"/>
                </a:lnTo>
                <a:lnTo>
                  <a:pt x="7040" y="8789"/>
                </a:lnTo>
                <a:lnTo>
                  <a:pt x="7079" y="8633"/>
                </a:lnTo>
                <a:lnTo>
                  <a:pt x="7124" y="8522"/>
                </a:lnTo>
                <a:lnTo>
                  <a:pt x="7172" y="8422"/>
                </a:lnTo>
                <a:lnTo>
                  <a:pt x="7220" y="8344"/>
                </a:lnTo>
                <a:lnTo>
                  <a:pt x="7276" y="8289"/>
                </a:lnTo>
                <a:lnTo>
                  <a:pt x="7335" y="8256"/>
                </a:lnTo>
                <a:lnTo>
                  <a:pt x="7450" y="8256"/>
                </a:lnTo>
                <a:lnTo>
                  <a:pt x="7509" y="8289"/>
                </a:lnTo>
                <a:lnTo>
                  <a:pt x="7557" y="8344"/>
                </a:lnTo>
                <a:lnTo>
                  <a:pt x="7605" y="8422"/>
                </a:lnTo>
                <a:lnTo>
                  <a:pt x="7650" y="8522"/>
                </a:lnTo>
                <a:lnTo>
                  <a:pt x="7689" y="8633"/>
                </a:lnTo>
                <a:lnTo>
                  <a:pt x="7726" y="8789"/>
                </a:lnTo>
                <a:lnTo>
                  <a:pt x="7760" y="8933"/>
                </a:lnTo>
                <a:lnTo>
                  <a:pt x="7791" y="9111"/>
                </a:lnTo>
                <a:lnTo>
                  <a:pt x="7813" y="9278"/>
                </a:lnTo>
                <a:lnTo>
                  <a:pt x="7833" y="9489"/>
                </a:lnTo>
                <a:lnTo>
                  <a:pt x="7853" y="9700"/>
                </a:lnTo>
                <a:lnTo>
                  <a:pt x="7867" y="9933"/>
                </a:lnTo>
                <a:lnTo>
                  <a:pt x="7878" y="10178"/>
                </a:lnTo>
                <a:lnTo>
                  <a:pt x="7881" y="10422"/>
                </a:lnTo>
                <a:lnTo>
                  <a:pt x="7886" y="10700"/>
                </a:lnTo>
                <a:lnTo>
                  <a:pt x="7881" y="10967"/>
                </a:lnTo>
                <a:lnTo>
                  <a:pt x="7878" y="11233"/>
                </a:lnTo>
                <a:lnTo>
                  <a:pt x="7867" y="11478"/>
                </a:lnTo>
                <a:lnTo>
                  <a:pt x="7853" y="11711"/>
                </a:lnTo>
                <a:lnTo>
                  <a:pt x="7833" y="11922"/>
                </a:lnTo>
                <a:lnTo>
                  <a:pt x="7813" y="12122"/>
                </a:lnTo>
                <a:lnTo>
                  <a:pt x="7791" y="12300"/>
                </a:lnTo>
                <a:lnTo>
                  <a:pt x="7760" y="12467"/>
                </a:lnTo>
                <a:lnTo>
                  <a:pt x="7726" y="12622"/>
                </a:lnTo>
                <a:lnTo>
                  <a:pt x="7689" y="12756"/>
                </a:lnTo>
                <a:lnTo>
                  <a:pt x="7650" y="12867"/>
                </a:lnTo>
                <a:lnTo>
                  <a:pt x="7605" y="12944"/>
                </a:lnTo>
                <a:lnTo>
                  <a:pt x="7557" y="13022"/>
                </a:lnTo>
                <a:lnTo>
                  <a:pt x="7509" y="13078"/>
                </a:lnTo>
                <a:lnTo>
                  <a:pt x="7450" y="13122"/>
                </a:lnTo>
                <a:lnTo>
                  <a:pt x="7394" y="13122"/>
                </a:lnTo>
                <a:close/>
                <a:moveTo>
                  <a:pt x="10260" y="6967"/>
                </a:moveTo>
                <a:lnTo>
                  <a:pt x="9892" y="6967"/>
                </a:lnTo>
                <a:lnTo>
                  <a:pt x="9886" y="6989"/>
                </a:lnTo>
                <a:lnTo>
                  <a:pt x="9883" y="7011"/>
                </a:lnTo>
                <a:lnTo>
                  <a:pt x="9883" y="11156"/>
                </a:lnTo>
                <a:lnTo>
                  <a:pt x="9872" y="11533"/>
                </a:lnTo>
                <a:lnTo>
                  <a:pt x="9863" y="11711"/>
                </a:lnTo>
                <a:lnTo>
                  <a:pt x="9852" y="11878"/>
                </a:lnTo>
                <a:lnTo>
                  <a:pt x="9838" y="12056"/>
                </a:lnTo>
                <a:lnTo>
                  <a:pt x="9818" y="12222"/>
                </a:lnTo>
                <a:lnTo>
                  <a:pt x="9796" y="12378"/>
                </a:lnTo>
                <a:lnTo>
                  <a:pt x="9765" y="12511"/>
                </a:lnTo>
                <a:lnTo>
                  <a:pt x="9737" y="12644"/>
                </a:lnTo>
                <a:lnTo>
                  <a:pt x="9703" y="12778"/>
                </a:lnTo>
                <a:lnTo>
                  <a:pt x="9669" y="12867"/>
                </a:lnTo>
                <a:lnTo>
                  <a:pt x="9624" y="12967"/>
                </a:lnTo>
                <a:lnTo>
                  <a:pt x="9582" y="13022"/>
                </a:lnTo>
                <a:lnTo>
                  <a:pt x="9534" y="13078"/>
                </a:lnTo>
                <a:lnTo>
                  <a:pt x="9487" y="13122"/>
                </a:lnTo>
                <a:lnTo>
                  <a:pt x="9368" y="13122"/>
                </a:lnTo>
                <a:lnTo>
                  <a:pt x="9312" y="13078"/>
                </a:lnTo>
                <a:lnTo>
                  <a:pt x="9264" y="13022"/>
                </a:lnTo>
                <a:lnTo>
                  <a:pt x="9219" y="12944"/>
                </a:lnTo>
                <a:lnTo>
                  <a:pt x="9177" y="12856"/>
                </a:lnTo>
                <a:lnTo>
                  <a:pt x="9138" y="12733"/>
                </a:lnTo>
                <a:lnTo>
                  <a:pt x="9104" y="12622"/>
                </a:lnTo>
                <a:lnTo>
                  <a:pt x="9076" y="12467"/>
                </a:lnTo>
                <a:lnTo>
                  <a:pt x="9051" y="12322"/>
                </a:lnTo>
                <a:lnTo>
                  <a:pt x="9031" y="12167"/>
                </a:lnTo>
                <a:lnTo>
                  <a:pt x="9011" y="11989"/>
                </a:lnTo>
                <a:lnTo>
                  <a:pt x="8997" y="11822"/>
                </a:lnTo>
                <a:lnTo>
                  <a:pt x="8989" y="11633"/>
                </a:lnTo>
                <a:lnTo>
                  <a:pt x="8977" y="11456"/>
                </a:lnTo>
                <a:lnTo>
                  <a:pt x="8975" y="11267"/>
                </a:lnTo>
                <a:lnTo>
                  <a:pt x="8975" y="7011"/>
                </a:lnTo>
                <a:lnTo>
                  <a:pt x="8963" y="6967"/>
                </a:lnTo>
                <a:lnTo>
                  <a:pt x="8581" y="6967"/>
                </a:lnTo>
                <a:lnTo>
                  <a:pt x="8578" y="6989"/>
                </a:lnTo>
                <a:lnTo>
                  <a:pt x="8573" y="7011"/>
                </a:lnTo>
                <a:lnTo>
                  <a:pt x="8573" y="11422"/>
                </a:lnTo>
                <a:lnTo>
                  <a:pt x="8581" y="11767"/>
                </a:lnTo>
                <a:lnTo>
                  <a:pt x="8598" y="12089"/>
                </a:lnTo>
                <a:lnTo>
                  <a:pt x="8615" y="12411"/>
                </a:lnTo>
                <a:lnTo>
                  <a:pt x="8646" y="12722"/>
                </a:lnTo>
                <a:lnTo>
                  <a:pt x="8674" y="13011"/>
                </a:lnTo>
                <a:lnTo>
                  <a:pt x="8716" y="13278"/>
                </a:lnTo>
                <a:lnTo>
                  <a:pt x="8761" y="13522"/>
                </a:lnTo>
                <a:lnTo>
                  <a:pt x="8814" y="13756"/>
                </a:lnTo>
                <a:lnTo>
                  <a:pt x="8871" y="13956"/>
                </a:lnTo>
                <a:lnTo>
                  <a:pt x="8935" y="14133"/>
                </a:lnTo>
                <a:lnTo>
                  <a:pt x="9011" y="14289"/>
                </a:lnTo>
                <a:lnTo>
                  <a:pt x="9090" y="14400"/>
                </a:lnTo>
                <a:lnTo>
                  <a:pt x="9177" y="14500"/>
                </a:lnTo>
                <a:lnTo>
                  <a:pt x="9273" y="14556"/>
                </a:lnTo>
                <a:lnTo>
                  <a:pt x="9374" y="14567"/>
                </a:lnTo>
                <a:lnTo>
                  <a:pt x="9447" y="14556"/>
                </a:lnTo>
                <a:lnTo>
                  <a:pt x="9520" y="14500"/>
                </a:lnTo>
                <a:lnTo>
                  <a:pt x="9588" y="14422"/>
                </a:lnTo>
                <a:lnTo>
                  <a:pt x="9655" y="14322"/>
                </a:lnTo>
                <a:lnTo>
                  <a:pt x="9712" y="14211"/>
                </a:lnTo>
                <a:lnTo>
                  <a:pt x="9762" y="14056"/>
                </a:lnTo>
                <a:lnTo>
                  <a:pt x="9804" y="13922"/>
                </a:lnTo>
                <a:lnTo>
                  <a:pt x="9838" y="13767"/>
                </a:lnTo>
                <a:lnTo>
                  <a:pt x="9849" y="13756"/>
                </a:lnTo>
                <a:lnTo>
                  <a:pt x="9863" y="13733"/>
                </a:lnTo>
                <a:lnTo>
                  <a:pt x="9872" y="13756"/>
                </a:lnTo>
                <a:lnTo>
                  <a:pt x="9883" y="13789"/>
                </a:lnTo>
                <a:lnTo>
                  <a:pt x="9917" y="14344"/>
                </a:lnTo>
                <a:lnTo>
                  <a:pt x="9925" y="14400"/>
                </a:lnTo>
                <a:lnTo>
                  <a:pt x="9934" y="14422"/>
                </a:lnTo>
                <a:lnTo>
                  <a:pt x="10268" y="14422"/>
                </a:lnTo>
                <a:lnTo>
                  <a:pt x="10274" y="14400"/>
                </a:lnTo>
                <a:lnTo>
                  <a:pt x="10277" y="14378"/>
                </a:lnTo>
                <a:lnTo>
                  <a:pt x="10277" y="7011"/>
                </a:lnTo>
                <a:lnTo>
                  <a:pt x="10274" y="6989"/>
                </a:lnTo>
                <a:lnTo>
                  <a:pt x="10268" y="6967"/>
                </a:lnTo>
                <a:lnTo>
                  <a:pt x="10260" y="6967"/>
                </a:lnTo>
                <a:close/>
                <a:moveTo>
                  <a:pt x="12490" y="13067"/>
                </a:moveTo>
                <a:lnTo>
                  <a:pt x="12381" y="13067"/>
                </a:lnTo>
                <a:lnTo>
                  <a:pt x="12355" y="13022"/>
                </a:lnTo>
                <a:lnTo>
                  <a:pt x="12333" y="12989"/>
                </a:lnTo>
                <a:lnTo>
                  <a:pt x="12313" y="12933"/>
                </a:lnTo>
                <a:lnTo>
                  <a:pt x="12299" y="12856"/>
                </a:lnTo>
                <a:lnTo>
                  <a:pt x="12288" y="12756"/>
                </a:lnTo>
                <a:lnTo>
                  <a:pt x="12282" y="12678"/>
                </a:lnTo>
                <a:lnTo>
                  <a:pt x="12279" y="12589"/>
                </a:lnTo>
                <a:lnTo>
                  <a:pt x="12279" y="9544"/>
                </a:lnTo>
                <a:lnTo>
                  <a:pt x="12274" y="9222"/>
                </a:lnTo>
                <a:lnTo>
                  <a:pt x="12265" y="8922"/>
                </a:lnTo>
                <a:lnTo>
                  <a:pt x="12246" y="8633"/>
                </a:lnTo>
                <a:lnTo>
                  <a:pt x="12220" y="8367"/>
                </a:lnTo>
                <a:lnTo>
                  <a:pt x="12187" y="8122"/>
                </a:lnTo>
                <a:lnTo>
                  <a:pt x="12147" y="7889"/>
                </a:lnTo>
                <a:lnTo>
                  <a:pt x="12105" y="7678"/>
                </a:lnTo>
                <a:lnTo>
                  <a:pt x="12057" y="7511"/>
                </a:lnTo>
                <a:lnTo>
                  <a:pt x="11998" y="7333"/>
                </a:lnTo>
                <a:lnTo>
                  <a:pt x="11936" y="7200"/>
                </a:lnTo>
                <a:lnTo>
                  <a:pt x="11863" y="7089"/>
                </a:lnTo>
                <a:lnTo>
                  <a:pt x="11790" y="6989"/>
                </a:lnTo>
                <a:lnTo>
                  <a:pt x="11714" y="6911"/>
                </a:lnTo>
                <a:lnTo>
                  <a:pt x="11627" y="6856"/>
                </a:lnTo>
                <a:lnTo>
                  <a:pt x="11540" y="6822"/>
                </a:lnTo>
                <a:lnTo>
                  <a:pt x="11360" y="6822"/>
                </a:lnTo>
                <a:lnTo>
                  <a:pt x="11284" y="6856"/>
                </a:lnTo>
                <a:lnTo>
                  <a:pt x="11205" y="6911"/>
                </a:lnTo>
                <a:lnTo>
                  <a:pt x="11135" y="6967"/>
                </a:lnTo>
                <a:lnTo>
                  <a:pt x="11062" y="7067"/>
                </a:lnTo>
                <a:lnTo>
                  <a:pt x="10994" y="7178"/>
                </a:lnTo>
                <a:lnTo>
                  <a:pt x="10929" y="7311"/>
                </a:lnTo>
                <a:lnTo>
                  <a:pt x="10873" y="7467"/>
                </a:lnTo>
                <a:lnTo>
                  <a:pt x="10814" y="7644"/>
                </a:lnTo>
                <a:lnTo>
                  <a:pt x="10766" y="7833"/>
                </a:lnTo>
                <a:lnTo>
                  <a:pt x="10727" y="8044"/>
                </a:lnTo>
                <a:lnTo>
                  <a:pt x="10687" y="8267"/>
                </a:lnTo>
                <a:lnTo>
                  <a:pt x="10659" y="8522"/>
                </a:lnTo>
                <a:lnTo>
                  <a:pt x="10640" y="8800"/>
                </a:lnTo>
                <a:lnTo>
                  <a:pt x="10626" y="9089"/>
                </a:lnTo>
                <a:lnTo>
                  <a:pt x="10620" y="9411"/>
                </a:lnTo>
                <a:lnTo>
                  <a:pt x="10626" y="9433"/>
                </a:lnTo>
                <a:lnTo>
                  <a:pt x="10626" y="9456"/>
                </a:lnTo>
                <a:lnTo>
                  <a:pt x="10637" y="9478"/>
                </a:lnTo>
                <a:lnTo>
                  <a:pt x="10640" y="9489"/>
                </a:lnTo>
                <a:lnTo>
                  <a:pt x="11002" y="9489"/>
                </a:lnTo>
                <a:lnTo>
                  <a:pt x="11014" y="9478"/>
                </a:lnTo>
                <a:lnTo>
                  <a:pt x="11017" y="9456"/>
                </a:lnTo>
                <a:lnTo>
                  <a:pt x="11022" y="9433"/>
                </a:lnTo>
                <a:lnTo>
                  <a:pt x="11022" y="9411"/>
                </a:lnTo>
                <a:lnTo>
                  <a:pt x="11028" y="9189"/>
                </a:lnTo>
                <a:lnTo>
                  <a:pt x="11036" y="9067"/>
                </a:lnTo>
                <a:lnTo>
                  <a:pt x="11062" y="8867"/>
                </a:lnTo>
                <a:lnTo>
                  <a:pt x="11076" y="8767"/>
                </a:lnTo>
                <a:lnTo>
                  <a:pt x="11095" y="8689"/>
                </a:lnTo>
                <a:lnTo>
                  <a:pt x="11118" y="8589"/>
                </a:lnTo>
                <a:lnTo>
                  <a:pt x="11149" y="8522"/>
                </a:lnTo>
                <a:lnTo>
                  <a:pt x="11177" y="8456"/>
                </a:lnTo>
                <a:lnTo>
                  <a:pt x="11211" y="8400"/>
                </a:lnTo>
                <a:lnTo>
                  <a:pt x="11250" y="8344"/>
                </a:lnTo>
                <a:lnTo>
                  <a:pt x="11292" y="8311"/>
                </a:lnTo>
                <a:lnTo>
                  <a:pt x="11337" y="8289"/>
                </a:lnTo>
                <a:lnTo>
                  <a:pt x="11391" y="8267"/>
                </a:lnTo>
                <a:lnTo>
                  <a:pt x="11444" y="8256"/>
                </a:lnTo>
                <a:lnTo>
                  <a:pt x="11514" y="8267"/>
                </a:lnTo>
                <a:lnTo>
                  <a:pt x="11579" y="8289"/>
                </a:lnTo>
                <a:lnTo>
                  <a:pt x="11632" y="8322"/>
                </a:lnTo>
                <a:lnTo>
                  <a:pt x="11680" y="8389"/>
                </a:lnTo>
                <a:lnTo>
                  <a:pt x="11722" y="8444"/>
                </a:lnTo>
                <a:lnTo>
                  <a:pt x="11756" y="8522"/>
                </a:lnTo>
                <a:lnTo>
                  <a:pt x="11784" y="8611"/>
                </a:lnTo>
                <a:lnTo>
                  <a:pt x="11815" y="8711"/>
                </a:lnTo>
                <a:lnTo>
                  <a:pt x="11835" y="8800"/>
                </a:lnTo>
                <a:lnTo>
                  <a:pt x="11849" y="8900"/>
                </a:lnTo>
                <a:lnTo>
                  <a:pt x="11858" y="9000"/>
                </a:lnTo>
                <a:lnTo>
                  <a:pt x="11869" y="9089"/>
                </a:lnTo>
                <a:lnTo>
                  <a:pt x="11877" y="9300"/>
                </a:lnTo>
                <a:lnTo>
                  <a:pt x="11877" y="9544"/>
                </a:lnTo>
                <a:lnTo>
                  <a:pt x="11872" y="9622"/>
                </a:lnTo>
                <a:lnTo>
                  <a:pt x="11863" y="9678"/>
                </a:lnTo>
                <a:lnTo>
                  <a:pt x="11849" y="9756"/>
                </a:lnTo>
                <a:lnTo>
                  <a:pt x="11835" y="9811"/>
                </a:lnTo>
                <a:lnTo>
                  <a:pt x="11810" y="9856"/>
                </a:lnTo>
                <a:lnTo>
                  <a:pt x="11784" y="9889"/>
                </a:lnTo>
                <a:lnTo>
                  <a:pt x="11374" y="9889"/>
                </a:lnTo>
                <a:lnTo>
                  <a:pt x="11278" y="9911"/>
                </a:lnTo>
                <a:lnTo>
                  <a:pt x="11185" y="9956"/>
                </a:lnTo>
                <a:lnTo>
                  <a:pt x="11101" y="10011"/>
                </a:lnTo>
                <a:lnTo>
                  <a:pt x="11017" y="10089"/>
                </a:lnTo>
                <a:lnTo>
                  <a:pt x="10946" y="10178"/>
                </a:lnTo>
                <a:lnTo>
                  <a:pt x="10876" y="10289"/>
                </a:lnTo>
                <a:lnTo>
                  <a:pt x="10820" y="10422"/>
                </a:lnTo>
                <a:lnTo>
                  <a:pt x="10761" y="10578"/>
                </a:lnTo>
                <a:lnTo>
                  <a:pt x="10713" y="10733"/>
                </a:lnTo>
                <a:lnTo>
                  <a:pt x="10673" y="10900"/>
                </a:lnTo>
                <a:lnTo>
                  <a:pt x="10640" y="11100"/>
                </a:lnTo>
                <a:lnTo>
                  <a:pt x="10612" y="11311"/>
                </a:lnTo>
                <a:lnTo>
                  <a:pt x="10586" y="11511"/>
                </a:lnTo>
                <a:lnTo>
                  <a:pt x="10572" y="11744"/>
                </a:lnTo>
                <a:lnTo>
                  <a:pt x="10564" y="11978"/>
                </a:lnTo>
                <a:lnTo>
                  <a:pt x="10558" y="12200"/>
                </a:lnTo>
                <a:lnTo>
                  <a:pt x="10564" y="12467"/>
                </a:lnTo>
                <a:lnTo>
                  <a:pt x="10569" y="12700"/>
                </a:lnTo>
                <a:lnTo>
                  <a:pt x="10583" y="12933"/>
                </a:lnTo>
                <a:lnTo>
                  <a:pt x="10603" y="13156"/>
                </a:lnTo>
                <a:lnTo>
                  <a:pt x="10631" y="13367"/>
                </a:lnTo>
                <a:lnTo>
                  <a:pt x="10659" y="13556"/>
                </a:lnTo>
                <a:lnTo>
                  <a:pt x="10699" y="13733"/>
                </a:lnTo>
                <a:lnTo>
                  <a:pt x="10741" y="13900"/>
                </a:lnTo>
                <a:lnTo>
                  <a:pt x="10792" y="14056"/>
                </a:lnTo>
                <a:lnTo>
                  <a:pt x="10842" y="14189"/>
                </a:lnTo>
                <a:lnTo>
                  <a:pt x="10907" y="14300"/>
                </a:lnTo>
                <a:lnTo>
                  <a:pt x="10974" y="14400"/>
                </a:lnTo>
                <a:lnTo>
                  <a:pt x="11047" y="14478"/>
                </a:lnTo>
                <a:lnTo>
                  <a:pt x="11123" y="14533"/>
                </a:lnTo>
                <a:lnTo>
                  <a:pt x="11211" y="14556"/>
                </a:lnTo>
                <a:lnTo>
                  <a:pt x="11303" y="14567"/>
                </a:lnTo>
                <a:lnTo>
                  <a:pt x="11413" y="14556"/>
                </a:lnTo>
                <a:lnTo>
                  <a:pt x="11520" y="14500"/>
                </a:lnTo>
                <a:lnTo>
                  <a:pt x="11616" y="14400"/>
                </a:lnTo>
                <a:lnTo>
                  <a:pt x="11700" y="14289"/>
                </a:lnTo>
                <a:lnTo>
                  <a:pt x="11770" y="14156"/>
                </a:lnTo>
                <a:lnTo>
                  <a:pt x="11835" y="14022"/>
                </a:lnTo>
                <a:lnTo>
                  <a:pt x="11888" y="13867"/>
                </a:lnTo>
                <a:lnTo>
                  <a:pt x="11925" y="13711"/>
                </a:lnTo>
                <a:lnTo>
                  <a:pt x="11936" y="13689"/>
                </a:lnTo>
                <a:lnTo>
                  <a:pt x="11956" y="13689"/>
                </a:lnTo>
                <a:lnTo>
                  <a:pt x="11959" y="13733"/>
                </a:lnTo>
                <a:lnTo>
                  <a:pt x="11990" y="13889"/>
                </a:lnTo>
                <a:lnTo>
                  <a:pt x="12018" y="14022"/>
                </a:lnTo>
                <a:lnTo>
                  <a:pt x="12057" y="14156"/>
                </a:lnTo>
                <a:lnTo>
                  <a:pt x="12099" y="14244"/>
                </a:lnTo>
                <a:lnTo>
                  <a:pt x="12147" y="14322"/>
                </a:lnTo>
                <a:lnTo>
                  <a:pt x="12206" y="14378"/>
                </a:lnTo>
                <a:lnTo>
                  <a:pt x="12268" y="14422"/>
                </a:lnTo>
                <a:lnTo>
                  <a:pt x="12502" y="14422"/>
                </a:lnTo>
                <a:lnTo>
                  <a:pt x="12504" y="14400"/>
                </a:lnTo>
                <a:lnTo>
                  <a:pt x="12510" y="14378"/>
                </a:lnTo>
                <a:lnTo>
                  <a:pt x="12510" y="13100"/>
                </a:lnTo>
                <a:lnTo>
                  <a:pt x="12502" y="13067"/>
                </a:lnTo>
                <a:lnTo>
                  <a:pt x="12490" y="13067"/>
                </a:lnTo>
                <a:close/>
                <a:moveTo>
                  <a:pt x="11877" y="11367"/>
                </a:moveTo>
                <a:lnTo>
                  <a:pt x="11877" y="11511"/>
                </a:lnTo>
                <a:lnTo>
                  <a:pt x="11872" y="11667"/>
                </a:lnTo>
                <a:lnTo>
                  <a:pt x="11863" y="11822"/>
                </a:lnTo>
                <a:lnTo>
                  <a:pt x="11849" y="11978"/>
                </a:lnTo>
                <a:lnTo>
                  <a:pt x="11829" y="12122"/>
                </a:lnTo>
                <a:lnTo>
                  <a:pt x="11804" y="12278"/>
                </a:lnTo>
                <a:lnTo>
                  <a:pt x="11776" y="12433"/>
                </a:lnTo>
                <a:lnTo>
                  <a:pt x="11748" y="12544"/>
                </a:lnTo>
                <a:lnTo>
                  <a:pt x="11708" y="12678"/>
                </a:lnTo>
                <a:lnTo>
                  <a:pt x="11666" y="12800"/>
                </a:lnTo>
                <a:lnTo>
                  <a:pt x="11621" y="12889"/>
                </a:lnTo>
                <a:lnTo>
                  <a:pt x="11568" y="12967"/>
                </a:lnTo>
                <a:lnTo>
                  <a:pt x="11512" y="13044"/>
                </a:lnTo>
                <a:lnTo>
                  <a:pt x="11447" y="13100"/>
                </a:lnTo>
                <a:lnTo>
                  <a:pt x="11374" y="13122"/>
                </a:lnTo>
                <a:lnTo>
                  <a:pt x="11303" y="13144"/>
                </a:lnTo>
                <a:lnTo>
                  <a:pt x="11256" y="13144"/>
                </a:lnTo>
                <a:lnTo>
                  <a:pt x="11211" y="13122"/>
                </a:lnTo>
                <a:lnTo>
                  <a:pt x="11171" y="13078"/>
                </a:lnTo>
                <a:lnTo>
                  <a:pt x="11104" y="13011"/>
                </a:lnTo>
                <a:lnTo>
                  <a:pt x="11081" y="12944"/>
                </a:lnTo>
                <a:lnTo>
                  <a:pt x="11050" y="12889"/>
                </a:lnTo>
                <a:lnTo>
                  <a:pt x="11031" y="12833"/>
                </a:lnTo>
                <a:lnTo>
                  <a:pt x="10997" y="12678"/>
                </a:lnTo>
                <a:lnTo>
                  <a:pt x="10974" y="12533"/>
                </a:lnTo>
                <a:lnTo>
                  <a:pt x="10963" y="12378"/>
                </a:lnTo>
                <a:lnTo>
                  <a:pt x="10960" y="12200"/>
                </a:lnTo>
                <a:lnTo>
                  <a:pt x="10960" y="12033"/>
                </a:lnTo>
                <a:lnTo>
                  <a:pt x="10974" y="11856"/>
                </a:lnTo>
                <a:lnTo>
                  <a:pt x="10983" y="11767"/>
                </a:lnTo>
                <a:lnTo>
                  <a:pt x="10997" y="11689"/>
                </a:lnTo>
                <a:lnTo>
                  <a:pt x="11014" y="11589"/>
                </a:lnTo>
                <a:lnTo>
                  <a:pt x="11036" y="11511"/>
                </a:lnTo>
                <a:lnTo>
                  <a:pt x="11062" y="11456"/>
                </a:lnTo>
                <a:lnTo>
                  <a:pt x="11090" y="11378"/>
                </a:lnTo>
                <a:lnTo>
                  <a:pt x="11123" y="11322"/>
                </a:lnTo>
                <a:lnTo>
                  <a:pt x="11168" y="11267"/>
                </a:lnTo>
                <a:lnTo>
                  <a:pt x="11211" y="11233"/>
                </a:lnTo>
                <a:lnTo>
                  <a:pt x="11264" y="11211"/>
                </a:lnTo>
                <a:lnTo>
                  <a:pt x="11323" y="11189"/>
                </a:lnTo>
                <a:lnTo>
                  <a:pt x="11391" y="11178"/>
                </a:lnTo>
                <a:lnTo>
                  <a:pt x="11863" y="11178"/>
                </a:lnTo>
                <a:lnTo>
                  <a:pt x="11869" y="11189"/>
                </a:lnTo>
                <a:lnTo>
                  <a:pt x="11872" y="11189"/>
                </a:lnTo>
                <a:lnTo>
                  <a:pt x="11877" y="11233"/>
                </a:lnTo>
                <a:lnTo>
                  <a:pt x="11877" y="11367"/>
                </a:lnTo>
                <a:close/>
                <a:moveTo>
                  <a:pt x="13694" y="6822"/>
                </a:moveTo>
                <a:lnTo>
                  <a:pt x="13618" y="6833"/>
                </a:lnTo>
                <a:lnTo>
                  <a:pt x="13545" y="6878"/>
                </a:lnTo>
                <a:lnTo>
                  <a:pt x="13477" y="6956"/>
                </a:lnTo>
                <a:lnTo>
                  <a:pt x="13416" y="7067"/>
                </a:lnTo>
                <a:lnTo>
                  <a:pt x="13351" y="7178"/>
                </a:lnTo>
                <a:lnTo>
                  <a:pt x="13303" y="7311"/>
                </a:lnTo>
                <a:lnTo>
                  <a:pt x="13261" y="7467"/>
                </a:lnTo>
                <a:lnTo>
                  <a:pt x="13224" y="7600"/>
                </a:lnTo>
                <a:lnTo>
                  <a:pt x="13216" y="7644"/>
                </a:lnTo>
                <a:lnTo>
                  <a:pt x="13207" y="7656"/>
                </a:lnTo>
                <a:lnTo>
                  <a:pt x="13191" y="7644"/>
                </a:lnTo>
                <a:lnTo>
                  <a:pt x="13188" y="7600"/>
                </a:lnTo>
                <a:lnTo>
                  <a:pt x="13148" y="7033"/>
                </a:lnTo>
                <a:lnTo>
                  <a:pt x="13140" y="6989"/>
                </a:lnTo>
                <a:lnTo>
                  <a:pt x="13134" y="6967"/>
                </a:lnTo>
                <a:lnTo>
                  <a:pt x="12797" y="6967"/>
                </a:lnTo>
                <a:lnTo>
                  <a:pt x="12786" y="7011"/>
                </a:lnTo>
                <a:lnTo>
                  <a:pt x="12786" y="14378"/>
                </a:lnTo>
                <a:lnTo>
                  <a:pt x="12797" y="14422"/>
                </a:lnTo>
                <a:lnTo>
                  <a:pt x="13174" y="14422"/>
                </a:lnTo>
                <a:lnTo>
                  <a:pt x="13182" y="14400"/>
                </a:lnTo>
                <a:lnTo>
                  <a:pt x="13182" y="14378"/>
                </a:lnTo>
                <a:lnTo>
                  <a:pt x="13188" y="14344"/>
                </a:lnTo>
                <a:lnTo>
                  <a:pt x="13188" y="10044"/>
                </a:lnTo>
                <a:lnTo>
                  <a:pt x="13191" y="9856"/>
                </a:lnTo>
                <a:lnTo>
                  <a:pt x="13202" y="9678"/>
                </a:lnTo>
                <a:lnTo>
                  <a:pt x="13210" y="9489"/>
                </a:lnTo>
                <a:lnTo>
                  <a:pt x="13230" y="9322"/>
                </a:lnTo>
                <a:lnTo>
                  <a:pt x="13269" y="9011"/>
                </a:lnTo>
                <a:lnTo>
                  <a:pt x="13297" y="8867"/>
                </a:lnTo>
                <a:lnTo>
                  <a:pt x="13328" y="8733"/>
                </a:lnTo>
                <a:lnTo>
                  <a:pt x="13362" y="8611"/>
                </a:lnTo>
                <a:lnTo>
                  <a:pt x="13399" y="8522"/>
                </a:lnTo>
                <a:lnTo>
                  <a:pt x="13438" y="8422"/>
                </a:lnTo>
                <a:lnTo>
                  <a:pt x="13483" y="8344"/>
                </a:lnTo>
                <a:lnTo>
                  <a:pt x="13531" y="8311"/>
                </a:lnTo>
                <a:lnTo>
                  <a:pt x="13584" y="8267"/>
                </a:lnTo>
                <a:lnTo>
                  <a:pt x="13638" y="8256"/>
                </a:lnTo>
                <a:lnTo>
                  <a:pt x="13694" y="8267"/>
                </a:lnTo>
                <a:lnTo>
                  <a:pt x="13753" y="8311"/>
                </a:lnTo>
                <a:lnTo>
                  <a:pt x="13801" y="8367"/>
                </a:lnTo>
                <a:lnTo>
                  <a:pt x="13849" y="8444"/>
                </a:lnTo>
                <a:lnTo>
                  <a:pt x="13888" y="8533"/>
                </a:lnTo>
                <a:lnTo>
                  <a:pt x="13928" y="8656"/>
                </a:lnTo>
                <a:lnTo>
                  <a:pt x="13961" y="8767"/>
                </a:lnTo>
                <a:lnTo>
                  <a:pt x="13989" y="8900"/>
                </a:lnTo>
                <a:lnTo>
                  <a:pt x="14015" y="9056"/>
                </a:lnTo>
                <a:lnTo>
                  <a:pt x="14037" y="9222"/>
                </a:lnTo>
                <a:lnTo>
                  <a:pt x="14051" y="9400"/>
                </a:lnTo>
                <a:lnTo>
                  <a:pt x="14065" y="9567"/>
                </a:lnTo>
                <a:lnTo>
                  <a:pt x="14077" y="9744"/>
                </a:lnTo>
                <a:lnTo>
                  <a:pt x="14085" y="9933"/>
                </a:lnTo>
                <a:lnTo>
                  <a:pt x="14091" y="10122"/>
                </a:lnTo>
                <a:lnTo>
                  <a:pt x="14091" y="14344"/>
                </a:lnTo>
                <a:lnTo>
                  <a:pt x="14096" y="14378"/>
                </a:lnTo>
                <a:lnTo>
                  <a:pt x="14096" y="14400"/>
                </a:lnTo>
                <a:lnTo>
                  <a:pt x="14105" y="14422"/>
                </a:lnTo>
                <a:lnTo>
                  <a:pt x="14482" y="14422"/>
                </a:lnTo>
                <a:lnTo>
                  <a:pt x="14493" y="14400"/>
                </a:lnTo>
                <a:lnTo>
                  <a:pt x="14493" y="14378"/>
                </a:lnTo>
                <a:lnTo>
                  <a:pt x="14496" y="14344"/>
                </a:lnTo>
                <a:lnTo>
                  <a:pt x="14496" y="10311"/>
                </a:lnTo>
                <a:lnTo>
                  <a:pt x="14493" y="9956"/>
                </a:lnTo>
                <a:lnTo>
                  <a:pt x="14482" y="9622"/>
                </a:lnTo>
                <a:lnTo>
                  <a:pt x="14467" y="9278"/>
                </a:lnTo>
                <a:lnTo>
                  <a:pt x="14448" y="8956"/>
                </a:lnTo>
                <a:lnTo>
                  <a:pt x="14425" y="8667"/>
                </a:lnTo>
                <a:lnTo>
                  <a:pt x="14392" y="8367"/>
                </a:lnTo>
                <a:lnTo>
                  <a:pt x="14352" y="8100"/>
                </a:lnTo>
                <a:lnTo>
                  <a:pt x="14304" y="7844"/>
                </a:lnTo>
                <a:lnTo>
                  <a:pt x="14254" y="7622"/>
                </a:lnTo>
                <a:lnTo>
                  <a:pt x="14192" y="7433"/>
                </a:lnTo>
                <a:lnTo>
                  <a:pt x="14130" y="7233"/>
                </a:lnTo>
                <a:lnTo>
                  <a:pt x="14057" y="7089"/>
                </a:lnTo>
                <a:lnTo>
                  <a:pt x="13975" y="6967"/>
                </a:lnTo>
                <a:lnTo>
                  <a:pt x="13888" y="6889"/>
                </a:lnTo>
                <a:lnTo>
                  <a:pt x="13795" y="6833"/>
                </a:lnTo>
                <a:lnTo>
                  <a:pt x="13694" y="6822"/>
                </a:lnTo>
                <a:close/>
                <a:moveTo>
                  <a:pt x="15792" y="6967"/>
                </a:moveTo>
                <a:lnTo>
                  <a:pt x="15396" y="6967"/>
                </a:lnTo>
                <a:lnTo>
                  <a:pt x="15390" y="6956"/>
                </a:lnTo>
                <a:lnTo>
                  <a:pt x="15384" y="6933"/>
                </a:lnTo>
                <a:lnTo>
                  <a:pt x="15382" y="6911"/>
                </a:lnTo>
                <a:lnTo>
                  <a:pt x="15382" y="4889"/>
                </a:lnTo>
                <a:lnTo>
                  <a:pt x="15376" y="4867"/>
                </a:lnTo>
                <a:lnTo>
                  <a:pt x="15376" y="4856"/>
                </a:lnTo>
                <a:lnTo>
                  <a:pt x="15368" y="4833"/>
                </a:lnTo>
                <a:lnTo>
                  <a:pt x="14985" y="4833"/>
                </a:lnTo>
                <a:lnTo>
                  <a:pt x="14979" y="4856"/>
                </a:lnTo>
                <a:lnTo>
                  <a:pt x="14974" y="4867"/>
                </a:lnTo>
                <a:lnTo>
                  <a:pt x="14974" y="6911"/>
                </a:lnTo>
                <a:lnTo>
                  <a:pt x="14971" y="6933"/>
                </a:lnTo>
                <a:lnTo>
                  <a:pt x="14965" y="6956"/>
                </a:lnTo>
                <a:lnTo>
                  <a:pt x="14957" y="6967"/>
                </a:lnTo>
                <a:lnTo>
                  <a:pt x="14631" y="6967"/>
                </a:lnTo>
                <a:lnTo>
                  <a:pt x="14628" y="6989"/>
                </a:lnTo>
                <a:lnTo>
                  <a:pt x="14622" y="7011"/>
                </a:lnTo>
                <a:lnTo>
                  <a:pt x="14622" y="8256"/>
                </a:lnTo>
                <a:lnTo>
                  <a:pt x="14628" y="8267"/>
                </a:lnTo>
                <a:lnTo>
                  <a:pt x="14631" y="8289"/>
                </a:lnTo>
                <a:lnTo>
                  <a:pt x="14965" y="8289"/>
                </a:lnTo>
                <a:lnTo>
                  <a:pt x="14974" y="8322"/>
                </a:lnTo>
                <a:lnTo>
                  <a:pt x="14974" y="12333"/>
                </a:lnTo>
                <a:lnTo>
                  <a:pt x="14979" y="12600"/>
                </a:lnTo>
                <a:lnTo>
                  <a:pt x="14985" y="12856"/>
                </a:lnTo>
                <a:lnTo>
                  <a:pt x="14991" y="13078"/>
                </a:lnTo>
                <a:lnTo>
                  <a:pt x="15005" y="13289"/>
                </a:lnTo>
                <a:lnTo>
                  <a:pt x="15024" y="13478"/>
                </a:lnTo>
                <a:lnTo>
                  <a:pt x="15044" y="13656"/>
                </a:lnTo>
                <a:lnTo>
                  <a:pt x="15067" y="13811"/>
                </a:lnTo>
                <a:lnTo>
                  <a:pt x="15095" y="13944"/>
                </a:lnTo>
                <a:lnTo>
                  <a:pt x="15128" y="14056"/>
                </a:lnTo>
                <a:lnTo>
                  <a:pt x="15168" y="14156"/>
                </a:lnTo>
                <a:lnTo>
                  <a:pt x="15213" y="14233"/>
                </a:lnTo>
                <a:lnTo>
                  <a:pt x="15308" y="14367"/>
                </a:lnTo>
                <a:lnTo>
                  <a:pt x="15368" y="14400"/>
                </a:lnTo>
                <a:lnTo>
                  <a:pt x="15429" y="14422"/>
                </a:lnTo>
                <a:lnTo>
                  <a:pt x="15798" y="14422"/>
                </a:lnTo>
                <a:lnTo>
                  <a:pt x="15801" y="14400"/>
                </a:lnTo>
                <a:lnTo>
                  <a:pt x="15806" y="14378"/>
                </a:lnTo>
                <a:lnTo>
                  <a:pt x="15806" y="13044"/>
                </a:lnTo>
                <a:lnTo>
                  <a:pt x="15801" y="13011"/>
                </a:lnTo>
                <a:lnTo>
                  <a:pt x="15798" y="13011"/>
                </a:lnTo>
                <a:lnTo>
                  <a:pt x="15792" y="12989"/>
                </a:lnTo>
                <a:lnTo>
                  <a:pt x="15505" y="12989"/>
                </a:lnTo>
                <a:lnTo>
                  <a:pt x="15472" y="12944"/>
                </a:lnTo>
                <a:lnTo>
                  <a:pt x="15443" y="12889"/>
                </a:lnTo>
                <a:lnTo>
                  <a:pt x="15421" y="12833"/>
                </a:lnTo>
                <a:lnTo>
                  <a:pt x="15401" y="12733"/>
                </a:lnTo>
                <a:lnTo>
                  <a:pt x="15390" y="12644"/>
                </a:lnTo>
                <a:lnTo>
                  <a:pt x="15382" y="12533"/>
                </a:lnTo>
                <a:lnTo>
                  <a:pt x="15382" y="8322"/>
                </a:lnTo>
                <a:lnTo>
                  <a:pt x="15390" y="8289"/>
                </a:lnTo>
                <a:lnTo>
                  <a:pt x="15798" y="8289"/>
                </a:lnTo>
                <a:lnTo>
                  <a:pt x="15801" y="8267"/>
                </a:lnTo>
                <a:lnTo>
                  <a:pt x="15806" y="8256"/>
                </a:lnTo>
                <a:lnTo>
                  <a:pt x="15806" y="7011"/>
                </a:lnTo>
                <a:lnTo>
                  <a:pt x="15801" y="6989"/>
                </a:lnTo>
                <a:lnTo>
                  <a:pt x="15798" y="6967"/>
                </a:lnTo>
                <a:lnTo>
                  <a:pt x="15792" y="6967"/>
                </a:lnTo>
                <a:close/>
                <a:moveTo>
                  <a:pt x="18512" y="6967"/>
                </a:moveTo>
                <a:lnTo>
                  <a:pt x="18146" y="6967"/>
                </a:lnTo>
                <a:lnTo>
                  <a:pt x="18135" y="6989"/>
                </a:lnTo>
                <a:lnTo>
                  <a:pt x="18135" y="7011"/>
                </a:lnTo>
                <a:lnTo>
                  <a:pt x="18129" y="7033"/>
                </a:lnTo>
                <a:lnTo>
                  <a:pt x="18129" y="11344"/>
                </a:lnTo>
                <a:lnTo>
                  <a:pt x="18127" y="11533"/>
                </a:lnTo>
                <a:lnTo>
                  <a:pt x="18115" y="11711"/>
                </a:lnTo>
                <a:lnTo>
                  <a:pt x="18107" y="11878"/>
                </a:lnTo>
                <a:lnTo>
                  <a:pt x="18087" y="12056"/>
                </a:lnTo>
                <a:lnTo>
                  <a:pt x="18068" y="12222"/>
                </a:lnTo>
                <a:lnTo>
                  <a:pt x="18048" y="12378"/>
                </a:lnTo>
                <a:lnTo>
                  <a:pt x="17992" y="12644"/>
                </a:lnTo>
                <a:lnTo>
                  <a:pt x="17958" y="12778"/>
                </a:lnTo>
                <a:lnTo>
                  <a:pt x="17918" y="12867"/>
                </a:lnTo>
                <a:lnTo>
                  <a:pt x="17879" y="12967"/>
                </a:lnTo>
                <a:lnTo>
                  <a:pt x="17837" y="13022"/>
                </a:lnTo>
                <a:lnTo>
                  <a:pt x="17786" y="13078"/>
                </a:lnTo>
                <a:lnTo>
                  <a:pt x="17736" y="13122"/>
                </a:lnTo>
                <a:lnTo>
                  <a:pt x="17623" y="13122"/>
                </a:lnTo>
                <a:lnTo>
                  <a:pt x="17564" y="13078"/>
                </a:lnTo>
                <a:lnTo>
                  <a:pt x="17516" y="13022"/>
                </a:lnTo>
                <a:lnTo>
                  <a:pt x="17468" y="12944"/>
                </a:lnTo>
                <a:lnTo>
                  <a:pt x="17429" y="12856"/>
                </a:lnTo>
                <a:lnTo>
                  <a:pt x="17393" y="12733"/>
                </a:lnTo>
                <a:lnTo>
                  <a:pt x="17356" y="12622"/>
                </a:lnTo>
                <a:lnTo>
                  <a:pt x="17328" y="12467"/>
                </a:lnTo>
                <a:lnTo>
                  <a:pt x="17305" y="12322"/>
                </a:lnTo>
                <a:lnTo>
                  <a:pt x="17280" y="12167"/>
                </a:lnTo>
                <a:lnTo>
                  <a:pt x="17266" y="11989"/>
                </a:lnTo>
                <a:lnTo>
                  <a:pt x="17252" y="11822"/>
                </a:lnTo>
                <a:lnTo>
                  <a:pt x="17241" y="11633"/>
                </a:lnTo>
                <a:lnTo>
                  <a:pt x="17232" y="11456"/>
                </a:lnTo>
                <a:lnTo>
                  <a:pt x="17227" y="11267"/>
                </a:lnTo>
                <a:lnTo>
                  <a:pt x="17227" y="7033"/>
                </a:lnTo>
                <a:lnTo>
                  <a:pt x="17221" y="7011"/>
                </a:lnTo>
                <a:lnTo>
                  <a:pt x="17221" y="6989"/>
                </a:lnTo>
                <a:lnTo>
                  <a:pt x="17213" y="6967"/>
                </a:lnTo>
                <a:lnTo>
                  <a:pt x="16836" y="6967"/>
                </a:lnTo>
                <a:lnTo>
                  <a:pt x="16824" y="6989"/>
                </a:lnTo>
                <a:lnTo>
                  <a:pt x="16824" y="7011"/>
                </a:lnTo>
                <a:lnTo>
                  <a:pt x="16822" y="7033"/>
                </a:lnTo>
                <a:lnTo>
                  <a:pt x="16822" y="11078"/>
                </a:lnTo>
                <a:lnTo>
                  <a:pt x="16824" y="11422"/>
                </a:lnTo>
                <a:lnTo>
                  <a:pt x="16836" y="11767"/>
                </a:lnTo>
                <a:lnTo>
                  <a:pt x="16850" y="12089"/>
                </a:lnTo>
                <a:lnTo>
                  <a:pt x="16869" y="12411"/>
                </a:lnTo>
                <a:lnTo>
                  <a:pt x="16895" y="12722"/>
                </a:lnTo>
                <a:lnTo>
                  <a:pt x="16928" y="13011"/>
                </a:lnTo>
                <a:lnTo>
                  <a:pt x="16965" y="13278"/>
                </a:lnTo>
                <a:lnTo>
                  <a:pt x="17016" y="13522"/>
                </a:lnTo>
                <a:lnTo>
                  <a:pt x="17063" y="13756"/>
                </a:lnTo>
                <a:lnTo>
                  <a:pt x="17125" y="13956"/>
                </a:lnTo>
                <a:lnTo>
                  <a:pt x="17187" y="14133"/>
                </a:lnTo>
                <a:lnTo>
                  <a:pt x="17260" y="14289"/>
                </a:lnTo>
                <a:lnTo>
                  <a:pt x="17342" y="14400"/>
                </a:lnTo>
                <a:lnTo>
                  <a:pt x="17429" y="14500"/>
                </a:lnTo>
                <a:lnTo>
                  <a:pt x="17522" y="14556"/>
                </a:lnTo>
                <a:lnTo>
                  <a:pt x="17623" y="14567"/>
                </a:lnTo>
                <a:lnTo>
                  <a:pt x="17699" y="14556"/>
                </a:lnTo>
                <a:lnTo>
                  <a:pt x="17772" y="14500"/>
                </a:lnTo>
                <a:lnTo>
                  <a:pt x="17840" y="14422"/>
                </a:lnTo>
                <a:lnTo>
                  <a:pt x="17904" y="14322"/>
                </a:lnTo>
                <a:lnTo>
                  <a:pt x="17966" y="14211"/>
                </a:lnTo>
                <a:lnTo>
                  <a:pt x="18014" y="14056"/>
                </a:lnTo>
                <a:lnTo>
                  <a:pt x="18059" y="13922"/>
                </a:lnTo>
                <a:lnTo>
                  <a:pt x="18093" y="13767"/>
                </a:lnTo>
                <a:lnTo>
                  <a:pt x="18101" y="13756"/>
                </a:lnTo>
                <a:lnTo>
                  <a:pt x="18112" y="13733"/>
                </a:lnTo>
                <a:lnTo>
                  <a:pt x="18127" y="13756"/>
                </a:lnTo>
                <a:lnTo>
                  <a:pt x="18129" y="13789"/>
                </a:lnTo>
                <a:lnTo>
                  <a:pt x="18169" y="14344"/>
                </a:lnTo>
                <a:lnTo>
                  <a:pt x="18180" y="14400"/>
                </a:lnTo>
                <a:lnTo>
                  <a:pt x="18183" y="14422"/>
                </a:lnTo>
                <a:lnTo>
                  <a:pt x="18523" y="14422"/>
                </a:lnTo>
                <a:lnTo>
                  <a:pt x="18526" y="14400"/>
                </a:lnTo>
                <a:lnTo>
                  <a:pt x="18532" y="14378"/>
                </a:lnTo>
                <a:lnTo>
                  <a:pt x="18532" y="7011"/>
                </a:lnTo>
                <a:lnTo>
                  <a:pt x="18526" y="6989"/>
                </a:lnTo>
                <a:lnTo>
                  <a:pt x="18523" y="6967"/>
                </a:lnTo>
                <a:lnTo>
                  <a:pt x="18512" y="6967"/>
                </a:lnTo>
                <a:close/>
                <a:moveTo>
                  <a:pt x="20860" y="6822"/>
                </a:moveTo>
                <a:lnTo>
                  <a:pt x="20784" y="6833"/>
                </a:lnTo>
                <a:lnTo>
                  <a:pt x="20706" y="6878"/>
                </a:lnTo>
                <a:lnTo>
                  <a:pt x="20632" y="6956"/>
                </a:lnTo>
                <a:lnTo>
                  <a:pt x="20498" y="7178"/>
                </a:lnTo>
                <a:lnTo>
                  <a:pt x="20436" y="7333"/>
                </a:lnTo>
                <a:lnTo>
                  <a:pt x="20382" y="7511"/>
                </a:lnTo>
                <a:lnTo>
                  <a:pt x="20329" y="7700"/>
                </a:lnTo>
                <a:lnTo>
                  <a:pt x="20320" y="7733"/>
                </a:lnTo>
                <a:lnTo>
                  <a:pt x="20309" y="7733"/>
                </a:lnTo>
                <a:lnTo>
                  <a:pt x="20301" y="7711"/>
                </a:lnTo>
                <a:lnTo>
                  <a:pt x="20289" y="7700"/>
                </a:lnTo>
                <a:lnTo>
                  <a:pt x="20242" y="7489"/>
                </a:lnTo>
                <a:lnTo>
                  <a:pt x="20188" y="7311"/>
                </a:lnTo>
                <a:lnTo>
                  <a:pt x="20135" y="7167"/>
                </a:lnTo>
                <a:lnTo>
                  <a:pt x="20078" y="7033"/>
                </a:lnTo>
                <a:lnTo>
                  <a:pt x="20011" y="6933"/>
                </a:lnTo>
                <a:lnTo>
                  <a:pt x="19943" y="6878"/>
                </a:lnTo>
                <a:lnTo>
                  <a:pt x="19865" y="6833"/>
                </a:lnTo>
                <a:lnTo>
                  <a:pt x="19783" y="6822"/>
                </a:lnTo>
                <a:lnTo>
                  <a:pt x="19716" y="6833"/>
                </a:lnTo>
                <a:lnTo>
                  <a:pt x="19648" y="6878"/>
                </a:lnTo>
                <a:lnTo>
                  <a:pt x="19581" y="6967"/>
                </a:lnTo>
                <a:lnTo>
                  <a:pt x="19522" y="7067"/>
                </a:lnTo>
                <a:lnTo>
                  <a:pt x="19465" y="7178"/>
                </a:lnTo>
                <a:lnTo>
                  <a:pt x="19412" y="7311"/>
                </a:lnTo>
                <a:lnTo>
                  <a:pt x="19367" y="7467"/>
                </a:lnTo>
                <a:lnTo>
                  <a:pt x="19333" y="7600"/>
                </a:lnTo>
                <a:lnTo>
                  <a:pt x="19325" y="7644"/>
                </a:lnTo>
                <a:lnTo>
                  <a:pt x="19311" y="7656"/>
                </a:lnTo>
                <a:lnTo>
                  <a:pt x="19299" y="7644"/>
                </a:lnTo>
                <a:lnTo>
                  <a:pt x="19291" y="7600"/>
                </a:lnTo>
                <a:lnTo>
                  <a:pt x="19257" y="7044"/>
                </a:lnTo>
                <a:lnTo>
                  <a:pt x="19252" y="7011"/>
                </a:lnTo>
                <a:lnTo>
                  <a:pt x="19246" y="6989"/>
                </a:lnTo>
                <a:lnTo>
                  <a:pt x="19238" y="6967"/>
                </a:lnTo>
                <a:lnTo>
                  <a:pt x="18903" y="6967"/>
                </a:lnTo>
                <a:lnTo>
                  <a:pt x="18900" y="6989"/>
                </a:lnTo>
                <a:lnTo>
                  <a:pt x="18894" y="7011"/>
                </a:lnTo>
                <a:lnTo>
                  <a:pt x="18894" y="14378"/>
                </a:lnTo>
                <a:lnTo>
                  <a:pt x="18900" y="14400"/>
                </a:lnTo>
                <a:lnTo>
                  <a:pt x="18903" y="14422"/>
                </a:lnTo>
                <a:lnTo>
                  <a:pt x="19280" y="14422"/>
                </a:lnTo>
                <a:lnTo>
                  <a:pt x="19291" y="14378"/>
                </a:lnTo>
                <a:lnTo>
                  <a:pt x="19291" y="10278"/>
                </a:lnTo>
                <a:lnTo>
                  <a:pt x="19294" y="9878"/>
                </a:lnTo>
                <a:lnTo>
                  <a:pt x="19305" y="9678"/>
                </a:lnTo>
                <a:lnTo>
                  <a:pt x="19311" y="9511"/>
                </a:lnTo>
                <a:lnTo>
                  <a:pt x="19325" y="9322"/>
                </a:lnTo>
                <a:lnTo>
                  <a:pt x="19339" y="9167"/>
                </a:lnTo>
                <a:lnTo>
                  <a:pt x="19353" y="9000"/>
                </a:lnTo>
                <a:lnTo>
                  <a:pt x="19372" y="8867"/>
                </a:lnTo>
                <a:lnTo>
                  <a:pt x="19398" y="8733"/>
                </a:lnTo>
                <a:lnTo>
                  <a:pt x="19426" y="8611"/>
                </a:lnTo>
                <a:lnTo>
                  <a:pt x="19454" y="8500"/>
                </a:lnTo>
                <a:lnTo>
                  <a:pt x="19488" y="8422"/>
                </a:lnTo>
                <a:lnTo>
                  <a:pt x="19527" y="8344"/>
                </a:lnTo>
                <a:lnTo>
                  <a:pt x="19569" y="8311"/>
                </a:lnTo>
                <a:lnTo>
                  <a:pt x="19620" y="8267"/>
                </a:lnTo>
                <a:lnTo>
                  <a:pt x="19668" y="8256"/>
                </a:lnTo>
                <a:lnTo>
                  <a:pt x="19724" y="8267"/>
                </a:lnTo>
                <a:lnTo>
                  <a:pt x="19775" y="8311"/>
                </a:lnTo>
                <a:lnTo>
                  <a:pt x="19817" y="8367"/>
                </a:lnTo>
                <a:lnTo>
                  <a:pt x="19856" y="8422"/>
                </a:lnTo>
                <a:lnTo>
                  <a:pt x="19896" y="8522"/>
                </a:lnTo>
                <a:lnTo>
                  <a:pt x="19924" y="8633"/>
                </a:lnTo>
                <a:lnTo>
                  <a:pt x="19946" y="8744"/>
                </a:lnTo>
                <a:lnTo>
                  <a:pt x="19972" y="8878"/>
                </a:lnTo>
                <a:lnTo>
                  <a:pt x="19991" y="9033"/>
                </a:lnTo>
                <a:lnTo>
                  <a:pt x="20005" y="9189"/>
                </a:lnTo>
                <a:lnTo>
                  <a:pt x="20019" y="9356"/>
                </a:lnTo>
                <a:lnTo>
                  <a:pt x="20031" y="9533"/>
                </a:lnTo>
                <a:lnTo>
                  <a:pt x="20045" y="9889"/>
                </a:lnTo>
                <a:lnTo>
                  <a:pt x="20045" y="14344"/>
                </a:lnTo>
                <a:lnTo>
                  <a:pt x="20047" y="14378"/>
                </a:lnTo>
                <a:lnTo>
                  <a:pt x="20047" y="14400"/>
                </a:lnTo>
                <a:lnTo>
                  <a:pt x="20053" y="14422"/>
                </a:lnTo>
                <a:lnTo>
                  <a:pt x="20430" y="14422"/>
                </a:lnTo>
                <a:lnTo>
                  <a:pt x="20441" y="14400"/>
                </a:lnTo>
                <a:lnTo>
                  <a:pt x="20444" y="14378"/>
                </a:lnTo>
                <a:lnTo>
                  <a:pt x="20450" y="14344"/>
                </a:lnTo>
                <a:lnTo>
                  <a:pt x="20450" y="10278"/>
                </a:lnTo>
                <a:lnTo>
                  <a:pt x="20455" y="9878"/>
                </a:lnTo>
                <a:lnTo>
                  <a:pt x="20464" y="9511"/>
                </a:lnTo>
                <a:lnTo>
                  <a:pt x="20475" y="9322"/>
                </a:lnTo>
                <a:lnTo>
                  <a:pt x="20489" y="9167"/>
                </a:lnTo>
                <a:lnTo>
                  <a:pt x="20503" y="9000"/>
                </a:lnTo>
                <a:lnTo>
                  <a:pt x="20523" y="8867"/>
                </a:lnTo>
                <a:lnTo>
                  <a:pt x="20545" y="8733"/>
                </a:lnTo>
                <a:lnTo>
                  <a:pt x="20571" y="8611"/>
                </a:lnTo>
                <a:lnTo>
                  <a:pt x="20599" y="8500"/>
                </a:lnTo>
                <a:lnTo>
                  <a:pt x="20678" y="8344"/>
                </a:lnTo>
                <a:lnTo>
                  <a:pt x="20720" y="8311"/>
                </a:lnTo>
                <a:lnTo>
                  <a:pt x="20768" y="8267"/>
                </a:lnTo>
                <a:lnTo>
                  <a:pt x="20821" y="8256"/>
                </a:lnTo>
                <a:lnTo>
                  <a:pt x="20880" y="8267"/>
                </a:lnTo>
                <a:lnTo>
                  <a:pt x="20928" y="8311"/>
                </a:lnTo>
                <a:lnTo>
                  <a:pt x="20973" y="8367"/>
                </a:lnTo>
                <a:lnTo>
                  <a:pt x="21015" y="8444"/>
                </a:lnTo>
                <a:lnTo>
                  <a:pt x="21049" y="8522"/>
                </a:lnTo>
                <a:lnTo>
                  <a:pt x="21077" y="8633"/>
                </a:lnTo>
                <a:lnTo>
                  <a:pt x="21108" y="8767"/>
                </a:lnTo>
                <a:lnTo>
                  <a:pt x="21130" y="8900"/>
                </a:lnTo>
                <a:lnTo>
                  <a:pt x="21150" y="9033"/>
                </a:lnTo>
                <a:lnTo>
                  <a:pt x="21164" y="9200"/>
                </a:lnTo>
                <a:lnTo>
                  <a:pt x="21181" y="9356"/>
                </a:lnTo>
                <a:lnTo>
                  <a:pt x="21189" y="9544"/>
                </a:lnTo>
                <a:lnTo>
                  <a:pt x="21198" y="9911"/>
                </a:lnTo>
                <a:lnTo>
                  <a:pt x="21203" y="10278"/>
                </a:lnTo>
                <a:lnTo>
                  <a:pt x="21203" y="14378"/>
                </a:lnTo>
                <a:lnTo>
                  <a:pt x="21215" y="14422"/>
                </a:lnTo>
                <a:lnTo>
                  <a:pt x="21592" y="14422"/>
                </a:lnTo>
                <a:lnTo>
                  <a:pt x="21594" y="14400"/>
                </a:lnTo>
                <a:lnTo>
                  <a:pt x="21600" y="14378"/>
                </a:lnTo>
                <a:lnTo>
                  <a:pt x="21600" y="9811"/>
                </a:lnTo>
                <a:lnTo>
                  <a:pt x="21592" y="9433"/>
                </a:lnTo>
                <a:lnTo>
                  <a:pt x="21575" y="9089"/>
                </a:lnTo>
                <a:lnTo>
                  <a:pt x="21552" y="8744"/>
                </a:lnTo>
                <a:lnTo>
                  <a:pt x="21527" y="8444"/>
                </a:lnTo>
                <a:lnTo>
                  <a:pt x="21493" y="8156"/>
                </a:lnTo>
                <a:lnTo>
                  <a:pt x="21454" y="7911"/>
                </a:lnTo>
                <a:lnTo>
                  <a:pt x="21412" y="7678"/>
                </a:lnTo>
                <a:lnTo>
                  <a:pt x="21358" y="7467"/>
                </a:lnTo>
                <a:lnTo>
                  <a:pt x="21305" y="7300"/>
                </a:lnTo>
                <a:lnTo>
                  <a:pt x="21243" y="7167"/>
                </a:lnTo>
                <a:lnTo>
                  <a:pt x="21175" y="7033"/>
                </a:lnTo>
                <a:lnTo>
                  <a:pt x="21108" y="6933"/>
                </a:lnTo>
                <a:lnTo>
                  <a:pt x="21029" y="6878"/>
                </a:lnTo>
                <a:lnTo>
                  <a:pt x="20948" y="6822"/>
                </a:lnTo>
                <a:lnTo>
                  <a:pt x="20860" y="6822"/>
                </a:lnTo>
                <a:close/>
                <a:moveTo>
                  <a:pt x="16501" y="6967"/>
                </a:moveTo>
                <a:lnTo>
                  <a:pt x="16130" y="6967"/>
                </a:lnTo>
                <a:lnTo>
                  <a:pt x="16124" y="6989"/>
                </a:lnTo>
                <a:lnTo>
                  <a:pt x="16121" y="7011"/>
                </a:lnTo>
                <a:lnTo>
                  <a:pt x="16121" y="14378"/>
                </a:lnTo>
                <a:lnTo>
                  <a:pt x="16124" y="14400"/>
                </a:lnTo>
                <a:lnTo>
                  <a:pt x="16130" y="14422"/>
                </a:lnTo>
                <a:lnTo>
                  <a:pt x="16512" y="14422"/>
                </a:lnTo>
                <a:lnTo>
                  <a:pt x="16518" y="14400"/>
                </a:lnTo>
                <a:lnTo>
                  <a:pt x="16521" y="14378"/>
                </a:lnTo>
                <a:lnTo>
                  <a:pt x="16521" y="7011"/>
                </a:lnTo>
                <a:lnTo>
                  <a:pt x="16518" y="6989"/>
                </a:lnTo>
                <a:lnTo>
                  <a:pt x="16512" y="6967"/>
                </a:lnTo>
                <a:lnTo>
                  <a:pt x="16501" y="6967"/>
                </a:lnTo>
                <a:close/>
                <a:moveTo>
                  <a:pt x="16324" y="4089"/>
                </a:moveTo>
                <a:lnTo>
                  <a:pt x="16270" y="4111"/>
                </a:lnTo>
                <a:lnTo>
                  <a:pt x="16225" y="4167"/>
                </a:lnTo>
                <a:lnTo>
                  <a:pt x="16183" y="4244"/>
                </a:lnTo>
                <a:lnTo>
                  <a:pt x="16149" y="4356"/>
                </a:lnTo>
                <a:lnTo>
                  <a:pt x="16121" y="4511"/>
                </a:lnTo>
                <a:lnTo>
                  <a:pt x="16096" y="4656"/>
                </a:lnTo>
                <a:lnTo>
                  <a:pt x="16082" y="4856"/>
                </a:lnTo>
                <a:lnTo>
                  <a:pt x="16076" y="5044"/>
                </a:lnTo>
                <a:lnTo>
                  <a:pt x="16082" y="5233"/>
                </a:lnTo>
                <a:lnTo>
                  <a:pt x="16096" y="5400"/>
                </a:lnTo>
                <a:lnTo>
                  <a:pt x="16121" y="5578"/>
                </a:lnTo>
                <a:lnTo>
                  <a:pt x="16149" y="5711"/>
                </a:lnTo>
                <a:lnTo>
                  <a:pt x="16183" y="5822"/>
                </a:lnTo>
                <a:lnTo>
                  <a:pt x="16225" y="5922"/>
                </a:lnTo>
                <a:lnTo>
                  <a:pt x="16270" y="5978"/>
                </a:lnTo>
                <a:lnTo>
                  <a:pt x="16324" y="6000"/>
                </a:lnTo>
                <a:lnTo>
                  <a:pt x="16372" y="5978"/>
                </a:lnTo>
                <a:lnTo>
                  <a:pt x="16414" y="5922"/>
                </a:lnTo>
                <a:lnTo>
                  <a:pt x="16459" y="5822"/>
                </a:lnTo>
                <a:lnTo>
                  <a:pt x="16492" y="5711"/>
                </a:lnTo>
                <a:lnTo>
                  <a:pt x="16521" y="5578"/>
                </a:lnTo>
                <a:lnTo>
                  <a:pt x="16546" y="5400"/>
                </a:lnTo>
                <a:lnTo>
                  <a:pt x="16560" y="5233"/>
                </a:lnTo>
                <a:lnTo>
                  <a:pt x="16566" y="5044"/>
                </a:lnTo>
                <a:lnTo>
                  <a:pt x="16560" y="4856"/>
                </a:lnTo>
                <a:lnTo>
                  <a:pt x="16546" y="4656"/>
                </a:lnTo>
                <a:lnTo>
                  <a:pt x="16521" y="4511"/>
                </a:lnTo>
                <a:lnTo>
                  <a:pt x="16492" y="4356"/>
                </a:lnTo>
                <a:lnTo>
                  <a:pt x="16459" y="4244"/>
                </a:lnTo>
                <a:lnTo>
                  <a:pt x="16414" y="4167"/>
                </a:lnTo>
                <a:lnTo>
                  <a:pt x="16372" y="4111"/>
                </a:lnTo>
                <a:lnTo>
                  <a:pt x="16324" y="4089"/>
                </a:lnTo>
                <a:close/>
                <a:moveTo>
                  <a:pt x="2720" y="0"/>
                </a:moveTo>
                <a:lnTo>
                  <a:pt x="2579" y="0"/>
                </a:lnTo>
                <a:lnTo>
                  <a:pt x="2441" y="56"/>
                </a:lnTo>
                <a:lnTo>
                  <a:pt x="2306" y="111"/>
                </a:lnTo>
                <a:lnTo>
                  <a:pt x="2168" y="211"/>
                </a:lnTo>
                <a:lnTo>
                  <a:pt x="2039" y="322"/>
                </a:lnTo>
                <a:lnTo>
                  <a:pt x="1910" y="478"/>
                </a:lnTo>
                <a:lnTo>
                  <a:pt x="1783" y="644"/>
                </a:lnTo>
                <a:lnTo>
                  <a:pt x="1662" y="844"/>
                </a:lnTo>
                <a:lnTo>
                  <a:pt x="1541" y="1056"/>
                </a:lnTo>
                <a:lnTo>
                  <a:pt x="1420" y="1300"/>
                </a:lnTo>
                <a:lnTo>
                  <a:pt x="1311" y="1544"/>
                </a:lnTo>
                <a:lnTo>
                  <a:pt x="1198" y="1833"/>
                </a:lnTo>
                <a:lnTo>
                  <a:pt x="1091" y="2144"/>
                </a:lnTo>
                <a:lnTo>
                  <a:pt x="990" y="2444"/>
                </a:lnTo>
                <a:lnTo>
                  <a:pt x="889" y="2789"/>
                </a:lnTo>
                <a:lnTo>
                  <a:pt x="796" y="3156"/>
                </a:lnTo>
                <a:lnTo>
                  <a:pt x="706" y="3511"/>
                </a:lnTo>
                <a:lnTo>
                  <a:pt x="619" y="3911"/>
                </a:lnTo>
                <a:lnTo>
                  <a:pt x="540" y="4311"/>
                </a:lnTo>
                <a:lnTo>
                  <a:pt x="464" y="4733"/>
                </a:lnTo>
                <a:lnTo>
                  <a:pt x="391" y="5178"/>
                </a:lnTo>
                <a:lnTo>
                  <a:pt x="329" y="5611"/>
                </a:lnTo>
                <a:lnTo>
                  <a:pt x="264" y="6089"/>
                </a:lnTo>
                <a:lnTo>
                  <a:pt x="214" y="6567"/>
                </a:lnTo>
                <a:lnTo>
                  <a:pt x="163" y="7044"/>
                </a:lnTo>
                <a:lnTo>
                  <a:pt x="121" y="7544"/>
                </a:lnTo>
                <a:lnTo>
                  <a:pt x="82" y="8056"/>
                </a:lnTo>
                <a:lnTo>
                  <a:pt x="53" y="8578"/>
                </a:lnTo>
                <a:lnTo>
                  <a:pt x="28" y="9111"/>
                </a:lnTo>
                <a:lnTo>
                  <a:pt x="14" y="9644"/>
                </a:lnTo>
                <a:lnTo>
                  <a:pt x="0" y="10200"/>
                </a:lnTo>
                <a:lnTo>
                  <a:pt x="0" y="11311"/>
                </a:lnTo>
                <a:lnTo>
                  <a:pt x="14" y="11856"/>
                </a:lnTo>
                <a:lnTo>
                  <a:pt x="28" y="12400"/>
                </a:lnTo>
                <a:lnTo>
                  <a:pt x="53" y="12911"/>
                </a:lnTo>
                <a:lnTo>
                  <a:pt x="82" y="13444"/>
                </a:lnTo>
                <a:lnTo>
                  <a:pt x="121" y="13944"/>
                </a:lnTo>
                <a:lnTo>
                  <a:pt x="163" y="14456"/>
                </a:lnTo>
                <a:lnTo>
                  <a:pt x="214" y="14933"/>
                </a:lnTo>
                <a:lnTo>
                  <a:pt x="264" y="15411"/>
                </a:lnTo>
                <a:lnTo>
                  <a:pt x="329" y="15867"/>
                </a:lnTo>
                <a:lnTo>
                  <a:pt x="391" y="16333"/>
                </a:lnTo>
                <a:lnTo>
                  <a:pt x="464" y="16767"/>
                </a:lnTo>
                <a:lnTo>
                  <a:pt x="540" y="17189"/>
                </a:lnTo>
                <a:lnTo>
                  <a:pt x="619" y="17589"/>
                </a:lnTo>
                <a:lnTo>
                  <a:pt x="706" y="17989"/>
                </a:lnTo>
                <a:lnTo>
                  <a:pt x="796" y="18356"/>
                </a:lnTo>
                <a:lnTo>
                  <a:pt x="889" y="18711"/>
                </a:lnTo>
                <a:lnTo>
                  <a:pt x="990" y="19056"/>
                </a:lnTo>
                <a:lnTo>
                  <a:pt x="1091" y="19367"/>
                </a:lnTo>
                <a:lnTo>
                  <a:pt x="1198" y="19667"/>
                </a:lnTo>
                <a:lnTo>
                  <a:pt x="1311" y="19956"/>
                </a:lnTo>
                <a:lnTo>
                  <a:pt x="1420" y="20211"/>
                </a:lnTo>
                <a:lnTo>
                  <a:pt x="1541" y="20456"/>
                </a:lnTo>
                <a:lnTo>
                  <a:pt x="1662" y="20667"/>
                </a:lnTo>
                <a:lnTo>
                  <a:pt x="1783" y="20856"/>
                </a:lnTo>
                <a:lnTo>
                  <a:pt x="1910" y="21022"/>
                </a:lnTo>
                <a:lnTo>
                  <a:pt x="2039" y="21156"/>
                </a:lnTo>
                <a:lnTo>
                  <a:pt x="2168" y="21289"/>
                </a:lnTo>
                <a:lnTo>
                  <a:pt x="2306" y="21389"/>
                </a:lnTo>
                <a:lnTo>
                  <a:pt x="2441" y="21444"/>
                </a:lnTo>
                <a:lnTo>
                  <a:pt x="2579" y="21489"/>
                </a:lnTo>
                <a:lnTo>
                  <a:pt x="2720" y="21500"/>
                </a:lnTo>
                <a:lnTo>
                  <a:pt x="2860" y="21489"/>
                </a:lnTo>
                <a:lnTo>
                  <a:pt x="3001" y="21444"/>
                </a:lnTo>
                <a:lnTo>
                  <a:pt x="3136" y="21389"/>
                </a:lnTo>
                <a:lnTo>
                  <a:pt x="3265" y="21289"/>
                </a:lnTo>
                <a:lnTo>
                  <a:pt x="3403" y="21156"/>
                </a:lnTo>
                <a:lnTo>
                  <a:pt x="3527" y="21022"/>
                </a:lnTo>
                <a:lnTo>
                  <a:pt x="3659" y="20856"/>
                </a:lnTo>
                <a:lnTo>
                  <a:pt x="3780" y="20667"/>
                </a:lnTo>
                <a:lnTo>
                  <a:pt x="3901" y="20456"/>
                </a:lnTo>
                <a:lnTo>
                  <a:pt x="4016" y="20211"/>
                </a:lnTo>
                <a:lnTo>
                  <a:pt x="4132" y="19956"/>
                </a:lnTo>
                <a:lnTo>
                  <a:pt x="4244" y="19667"/>
                </a:lnTo>
                <a:lnTo>
                  <a:pt x="4348" y="19367"/>
                </a:lnTo>
                <a:lnTo>
                  <a:pt x="4449" y="19056"/>
                </a:lnTo>
                <a:lnTo>
                  <a:pt x="4551" y="18711"/>
                </a:lnTo>
                <a:lnTo>
                  <a:pt x="4643" y="18356"/>
                </a:lnTo>
                <a:lnTo>
                  <a:pt x="4736" y="17989"/>
                </a:lnTo>
                <a:lnTo>
                  <a:pt x="4823" y="17589"/>
                </a:lnTo>
                <a:lnTo>
                  <a:pt x="4899" y="17189"/>
                </a:lnTo>
                <a:lnTo>
                  <a:pt x="4978" y="16767"/>
                </a:lnTo>
                <a:lnTo>
                  <a:pt x="5048" y="16333"/>
                </a:lnTo>
                <a:lnTo>
                  <a:pt x="5113" y="15867"/>
                </a:lnTo>
                <a:lnTo>
                  <a:pt x="5175" y="15411"/>
                </a:lnTo>
                <a:lnTo>
                  <a:pt x="5228" y="14933"/>
                </a:lnTo>
                <a:lnTo>
                  <a:pt x="5276" y="14456"/>
                </a:lnTo>
                <a:lnTo>
                  <a:pt x="5321" y="13944"/>
                </a:lnTo>
                <a:lnTo>
                  <a:pt x="5355" y="13444"/>
                </a:lnTo>
                <a:lnTo>
                  <a:pt x="5389" y="12911"/>
                </a:lnTo>
                <a:lnTo>
                  <a:pt x="5411" y="12400"/>
                </a:lnTo>
                <a:lnTo>
                  <a:pt x="5425" y="11856"/>
                </a:lnTo>
                <a:lnTo>
                  <a:pt x="5437" y="11311"/>
                </a:lnTo>
                <a:lnTo>
                  <a:pt x="5442" y="10756"/>
                </a:lnTo>
                <a:lnTo>
                  <a:pt x="5437" y="10200"/>
                </a:lnTo>
                <a:lnTo>
                  <a:pt x="5425" y="9644"/>
                </a:lnTo>
                <a:lnTo>
                  <a:pt x="5411" y="9111"/>
                </a:lnTo>
                <a:lnTo>
                  <a:pt x="5389" y="8578"/>
                </a:lnTo>
                <a:lnTo>
                  <a:pt x="5355" y="8056"/>
                </a:lnTo>
                <a:lnTo>
                  <a:pt x="5321" y="7544"/>
                </a:lnTo>
                <a:lnTo>
                  <a:pt x="5276" y="7044"/>
                </a:lnTo>
                <a:lnTo>
                  <a:pt x="5228" y="6567"/>
                </a:lnTo>
                <a:lnTo>
                  <a:pt x="5175" y="6089"/>
                </a:lnTo>
                <a:lnTo>
                  <a:pt x="5113" y="5611"/>
                </a:lnTo>
                <a:lnTo>
                  <a:pt x="5048" y="5178"/>
                </a:lnTo>
                <a:lnTo>
                  <a:pt x="4978" y="4733"/>
                </a:lnTo>
                <a:lnTo>
                  <a:pt x="4899" y="4311"/>
                </a:lnTo>
                <a:lnTo>
                  <a:pt x="4823" y="3911"/>
                </a:lnTo>
                <a:lnTo>
                  <a:pt x="4736" y="3511"/>
                </a:lnTo>
                <a:lnTo>
                  <a:pt x="4643" y="3156"/>
                </a:lnTo>
                <a:lnTo>
                  <a:pt x="4551" y="2789"/>
                </a:lnTo>
                <a:lnTo>
                  <a:pt x="4449" y="2444"/>
                </a:lnTo>
                <a:lnTo>
                  <a:pt x="4348" y="2144"/>
                </a:lnTo>
                <a:lnTo>
                  <a:pt x="4244" y="1833"/>
                </a:lnTo>
                <a:lnTo>
                  <a:pt x="4132" y="1544"/>
                </a:lnTo>
                <a:lnTo>
                  <a:pt x="4016" y="1300"/>
                </a:lnTo>
                <a:lnTo>
                  <a:pt x="3901" y="1056"/>
                </a:lnTo>
                <a:lnTo>
                  <a:pt x="3780" y="844"/>
                </a:lnTo>
                <a:lnTo>
                  <a:pt x="3659" y="644"/>
                </a:lnTo>
                <a:lnTo>
                  <a:pt x="3527" y="478"/>
                </a:lnTo>
                <a:lnTo>
                  <a:pt x="3403" y="322"/>
                </a:lnTo>
                <a:lnTo>
                  <a:pt x="3265" y="211"/>
                </a:lnTo>
                <a:lnTo>
                  <a:pt x="3136" y="111"/>
                </a:lnTo>
                <a:lnTo>
                  <a:pt x="3001" y="56"/>
                </a:lnTo>
                <a:lnTo>
                  <a:pt x="2860" y="0"/>
                </a:lnTo>
                <a:lnTo>
                  <a:pt x="2720" y="0"/>
                </a:lnTo>
                <a:close/>
                <a:moveTo>
                  <a:pt x="2000" y="13600"/>
                </a:moveTo>
                <a:lnTo>
                  <a:pt x="1929" y="13289"/>
                </a:lnTo>
                <a:lnTo>
                  <a:pt x="1870" y="12967"/>
                </a:lnTo>
                <a:lnTo>
                  <a:pt x="1817" y="12622"/>
                </a:lnTo>
                <a:lnTo>
                  <a:pt x="1775" y="12256"/>
                </a:lnTo>
                <a:lnTo>
                  <a:pt x="1741" y="11900"/>
                </a:lnTo>
                <a:lnTo>
                  <a:pt x="1721" y="11511"/>
                </a:lnTo>
                <a:lnTo>
                  <a:pt x="1704" y="11133"/>
                </a:lnTo>
                <a:lnTo>
                  <a:pt x="1702" y="10756"/>
                </a:lnTo>
                <a:lnTo>
                  <a:pt x="1704" y="10367"/>
                </a:lnTo>
                <a:lnTo>
                  <a:pt x="1721" y="9989"/>
                </a:lnTo>
                <a:lnTo>
                  <a:pt x="1741" y="9611"/>
                </a:lnTo>
                <a:lnTo>
                  <a:pt x="1775" y="9222"/>
                </a:lnTo>
                <a:lnTo>
                  <a:pt x="1817" y="8878"/>
                </a:lnTo>
                <a:lnTo>
                  <a:pt x="1870" y="8533"/>
                </a:lnTo>
                <a:lnTo>
                  <a:pt x="1929" y="8211"/>
                </a:lnTo>
                <a:lnTo>
                  <a:pt x="2000" y="7911"/>
                </a:lnTo>
                <a:lnTo>
                  <a:pt x="2078" y="7622"/>
                </a:lnTo>
                <a:lnTo>
                  <a:pt x="2160" y="7389"/>
                </a:lnTo>
                <a:lnTo>
                  <a:pt x="2247" y="7178"/>
                </a:lnTo>
                <a:lnTo>
                  <a:pt x="2334" y="7011"/>
                </a:lnTo>
                <a:lnTo>
                  <a:pt x="2430" y="6878"/>
                </a:lnTo>
                <a:lnTo>
                  <a:pt x="2528" y="6800"/>
                </a:lnTo>
                <a:lnTo>
                  <a:pt x="2624" y="6744"/>
                </a:lnTo>
                <a:lnTo>
                  <a:pt x="2720" y="6722"/>
                </a:lnTo>
                <a:lnTo>
                  <a:pt x="2818" y="6744"/>
                </a:lnTo>
                <a:lnTo>
                  <a:pt x="2914" y="6800"/>
                </a:lnTo>
                <a:lnTo>
                  <a:pt x="3009" y="6878"/>
                </a:lnTo>
                <a:lnTo>
                  <a:pt x="3102" y="7011"/>
                </a:lnTo>
                <a:lnTo>
                  <a:pt x="3195" y="7178"/>
                </a:lnTo>
                <a:lnTo>
                  <a:pt x="3282" y="7389"/>
                </a:lnTo>
                <a:lnTo>
                  <a:pt x="3364" y="7622"/>
                </a:lnTo>
                <a:lnTo>
                  <a:pt x="3440" y="7911"/>
                </a:lnTo>
                <a:lnTo>
                  <a:pt x="3513" y="8211"/>
                </a:lnTo>
                <a:lnTo>
                  <a:pt x="3572" y="8533"/>
                </a:lnTo>
                <a:lnTo>
                  <a:pt x="3625" y="8878"/>
                </a:lnTo>
                <a:lnTo>
                  <a:pt x="3667" y="9222"/>
                </a:lnTo>
                <a:lnTo>
                  <a:pt x="3696" y="9611"/>
                </a:lnTo>
                <a:lnTo>
                  <a:pt x="3721" y="9989"/>
                </a:lnTo>
                <a:lnTo>
                  <a:pt x="3735" y="10367"/>
                </a:lnTo>
                <a:lnTo>
                  <a:pt x="3741" y="10756"/>
                </a:lnTo>
                <a:lnTo>
                  <a:pt x="3735" y="11133"/>
                </a:lnTo>
                <a:lnTo>
                  <a:pt x="3721" y="11511"/>
                </a:lnTo>
                <a:lnTo>
                  <a:pt x="3696" y="11900"/>
                </a:lnTo>
                <a:lnTo>
                  <a:pt x="3667" y="12256"/>
                </a:lnTo>
                <a:lnTo>
                  <a:pt x="3625" y="12622"/>
                </a:lnTo>
                <a:lnTo>
                  <a:pt x="3572" y="12967"/>
                </a:lnTo>
                <a:lnTo>
                  <a:pt x="3513" y="13289"/>
                </a:lnTo>
                <a:lnTo>
                  <a:pt x="3440" y="13600"/>
                </a:lnTo>
                <a:lnTo>
                  <a:pt x="3364" y="13889"/>
                </a:lnTo>
                <a:lnTo>
                  <a:pt x="3282" y="14111"/>
                </a:lnTo>
                <a:lnTo>
                  <a:pt x="3195" y="14322"/>
                </a:lnTo>
                <a:lnTo>
                  <a:pt x="3102" y="14500"/>
                </a:lnTo>
                <a:lnTo>
                  <a:pt x="3009" y="14611"/>
                </a:lnTo>
                <a:lnTo>
                  <a:pt x="2914" y="14711"/>
                </a:lnTo>
                <a:lnTo>
                  <a:pt x="2818" y="14767"/>
                </a:lnTo>
                <a:lnTo>
                  <a:pt x="2720" y="14778"/>
                </a:lnTo>
                <a:lnTo>
                  <a:pt x="2624" y="14767"/>
                </a:lnTo>
                <a:lnTo>
                  <a:pt x="2528" y="14711"/>
                </a:lnTo>
                <a:lnTo>
                  <a:pt x="2430" y="14611"/>
                </a:lnTo>
                <a:lnTo>
                  <a:pt x="2334" y="14500"/>
                </a:lnTo>
                <a:lnTo>
                  <a:pt x="2247" y="14322"/>
                </a:lnTo>
                <a:lnTo>
                  <a:pt x="2160" y="14111"/>
                </a:lnTo>
                <a:lnTo>
                  <a:pt x="2078" y="13889"/>
                </a:lnTo>
                <a:lnTo>
                  <a:pt x="2000" y="13600"/>
                </a:lnTo>
                <a:close/>
                <a:moveTo>
                  <a:pt x="4044" y="17989"/>
                </a:moveTo>
                <a:lnTo>
                  <a:pt x="3991" y="17989"/>
                </a:lnTo>
                <a:lnTo>
                  <a:pt x="3937" y="17956"/>
                </a:lnTo>
                <a:lnTo>
                  <a:pt x="3890" y="17911"/>
                </a:lnTo>
                <a:lnTo>
                  <a:pt x="3847" y="17833"/>
                </a:lnTo>
                <a:lnTo>
                  <a:pt x="3797" y="17767"/>
                </a:lnTo>
                <a:lnTo>
                  <a:pt x="3760" y="17644"/>
                </a:lnTo>
                <a:lnTo>
                  <a:pt x="3721" y="17533"/>
                </a:lnTo>
                <a:lnTo>
                  <a:pt x="3682" y="17400"/>
                </a:lnTo>
                <a:lnTo>
                  <a:pt x="3648" y="17267"/>
                </a:lnTo>
                <a:lnTo>
                  <a:pt x="3620" y="17111"/>
                </a:lnTo>
                <a:lnTo>
                  <a:pt x="3594" y="16944"/>
                </a:lnTo>
                <a:lnTo>
                  <a:pt x="3572" y="16767"/>
                </a:lnTo>
                <a:lnTo>
                  <a:pt x="3558" y="16578"/>
                </a:lnTo>
                <a:lnTo>
                  <a:pt x="3541" y="16389"/>
                </a:lnTo>
                <a:lnTo>
                  <a:pt x="3538" y="16200"/>
                </a:lnTo>
                <a:lnTo>
                  <a:pt x="3532" y="15989"/>
                </a:lnTo>
                <a:lnTo>
                  <a:pt x="3538" y="15778"/>
                </a:lnTo>
                <a:lnTo>
                  <a:pt x="3541" y="15567"/>
                </a:lnTo>
                <a:lnTo>
                  <a:pt x="3558" y="15378"/>
                </a:lnTo>
                <a:lnTo>
                  <a:pt x="3572" y="15200"/>
                </a:lnTo>
                <a:lnTo>
                  <a:pt x="3594" y="15011"/>
                </a:lnTo>
                <a:lnTo>
                  <a:pt x="3620" y="14856"/>
                </a:lnTo>
                <a:lnTo>
                  <a:pt x="3648" y="14711"/>
                </a:lnTo>
                <a:lnTo>
                  <a:pt x="3682" y="14556"/>
                </a:lnTo>
                <a:lnTo>
                  <a:pt x="3721" y="14422"/>
                </a:lnTo>
                <a:lnTo>
                  <a:pt x="3760" y="14300"/>
                </a:lnTo>
                <a:lnTo>
                  <a:pt x="3797" y="14211"/>
                </a:lnTo>
                <a:lnTo>
                  <a:pt x="3847" y="14111"/>
                </a:lnTo>
                <a:lnTo>
                  <a:pt x="3890" y="14056"/>
                </a:lnTo>
                <a:lnTo>
                  <a:pt x="3937" y="14000"/>
                </a:lnTo>
                <a:lnTo>
                  <a:pt x="4044" y="13956"/>
                </a:lnTo>
                <a:lnTo>
                  <a:pt x="4098" y="13978"/>
                </a:lnTo>
                <a:lnTo>
                  <a:pt x="4146" y="14000"/>
                </a:lnTo>
                <a:lnTo>
                  <a:pt x="4193" y="14056"/>
                </a:lnTo>
                <a:lnTo>
                  <a:pt x="4244" y="14111"/>
                </a:lnTo>
                <a:lnTo>
                  <a:pt x="4286" y="14211"/>
                </a:lnTo>
                <a:lnTo>
                  <a:pt x="4328" y="14300"/>
                </a:lnTo>
                <a:lnTo>
                  <a:pt x="4368" y="14422"/>
                </a:lnTo>
                <a:lnTo>
                  <a:pt x="4402" y="14556"/>
                </a:lnTo>
                <a:lnTo>
                  <a:pt x="4435" y="14711"/>
                </a:lnTo>
                <a:lnTo>
                  <a:pt x="4466" y="14856"/>
                </a:lnTo>
                <a:lnTo>
                  <a:pt x="4494" y="15011"/>
                </a:lnTo>
                <a:lnTo>
                  <a:pt x="4514" y="15200"/>
                </a:lnTo>
                <a:lnTo>
                  <a:pt x="4534" y="15378"/>
                </a:lnTo>
                <a:lnTo>
                  <a:pt x="4542" y="15567"/>
                </a:lnTo>
                <a:lnTo>
                  <a:pt x="4551" y="15778"/>
                </a:lnTo>
                <a:lnTo>
                  <a:pt x="4551" y="16200"/>
                </a:lnTo>
                <a:lnTo>
                  <a:pt x="4534" y="16578"/>
                </a:lnTo>
                <a:lnTo>
                  <a:pt x="4514" y="16767"/>
                </a:lnTo>
                <a:lnTo>
                  <a:pt x="4494" y="16944"/>
                </a:lnTo>
                <a:lnTo>
                  <a:pt x="4466" y="17111"/>
                </a:lnTo>
                <a:lnTo>
                  <a:pt x="4435" y="17267"/>
                </a:lnTo>
                <a:lnTo>
                  <a:pt x="4368" y="17533"/>
                </a:lnTo>
                <a:lnTo>
                  <a:pt x="4328" y="17644"/>
                </a:lnTo>
                <a:lnTo>
                  <a:pt x="4286" y="17767"/>
                </a:lnTo>
                <a:lnTo>
                  <a:pt x="4244" y="17833"/>
                </a:lnTo>
                <a:lnTo>
                  <a:pt x="4193" y="17911"/>
                </a:lnTo>
                <a:lnTo>
                  <a:pt x="4146" y="17956"/>
                </a:lnTo>
                <a:lnTo>
                  <a:pt x="4098" y="17989"/>
                </a:lnTo>
                <a:lnTo>
                  <a:pt x="4044" y="17989"/>
                </a:lnTo>
                <a:close/>
                <a:moveTo>
                  <a:pt x="5127" y="18911"/>
                </a:moveTo>
                <a:lnTo>
                  <a:pt x="5093" y="18922"/>
                </a:lnTo>
                <a:lnTo>
                  <a:pt x="5060" y="18944"/>
                </a:lnTo>
                <a:lnTo>
                  <a:pt x="5026" y="18989"/>
                </a:lnTo>
                <a:lnTo>
                  <a:pt x="4992" y="19022"/>
                </a:lnTo>
                <a:lnTo>
                  <a:pt x="4964" y="19078"/>
                </a:lnTo>
                <a:lnTo>
                  <a:pt x="4933" y="19133"/>
                </a:lnTo>
                <a:lnTo>
                  <a:pt x="4911" y="19233"/>
                </a:lnTo>
                <a:lnTo>
                  <a:pt x="4885" y="19311"/>
                </a:lnTo>
                <a:lnTo>
                  <a:pt x="4860" y="19400"/>
                </a:lnTo>
                <a:lnTo>
                  <a:pt x="4843" y="19500"/>
                </a:lnTo>
                <a:lnTo>
                  <a:pt x="4826" y="19611"/>
                </a:lnTo>
                <a:lnTo>
                  <a:pt x="4812" y="19733"/>
                </a:lnTo>
                <a:lnTo>
                  <a:pt x="4804" y="19867"/>
                </a:lnTo>
                <a:lnTo>
                  <a:pt x="4792" y="20000"/>
                </a:lnTo>
                <a:lnTo>
                  <a:pt x="4790" y="20133"/>
                </a:lnTo>
                <a:lnTo>
                  <a:pt x="4784" y="20267"/>
                </a:lnTo>
                <a:lnTo>
                  <a:pt x="4790" y="20400"/>
                </a:lnTo>
                <a:lnTo>
                  <a:pt x="4792" y="20533"/>
                </a:lnTo>
                <a:lnTo>
                  <a:pt x="4804" y="20667"/>
                </a:lnTo>
                <a:lnTo>
                  <a:pt x="4812" y="20778"/>
                </a:lnTo>
                <a:lnTo>
                  <a:pt x="4826" y="20889"/>
                </a:lnTo>
                <a:lnTo>
                  <a:pt x="4843" y="21011"/>
                </a:lnTo>
                <a:lnTo>
                  <a:pt x="4860" y="21122"/>
                </a:lnTo>
                <a:lnTo>
                  <a:pt x="4885" y="21222"/>
                </a:lnTo>
                <a:lnTo>
                  <a:pt x="4911" y="21289"/>
                </a:lnTo>
                <a:lnTo>
                  <a:pt x="4933" y="21367"/>
                </a:lnTo>
                <a:lnTo>
                  <a:pt x="4964" y="21444"/>
                </a:lnTo>
                <a:lnTo>
                  <a:pt x="4992" y="21500"/>
                </a:lnTo>
                <a:lnTo>
                  <a:pt x="5026" y="21544"/>
                </a:lnTo>
                <a:lnTo>
                  <a:pt x="5060" y="21578"/>
                </a:lnTo>
                <a:lnTo>
                  <a:pt x="5093" y="21600"/>
                </a:lnTo>
                <a:lnTo>
                  <a:pt x="5161" y="21600"/>
                </a:lnTo>
                <a:lnTo>
                  <a:pt x="5195" y="21578"/>
                </a:lnTo>
                <a:lnTo>
                  <a:pt x="5228" y="21544"/>
                </a:lnTo>
                <a:lnTo>
                  <a:pt x="5257" y="21500"/>
                </a:lnTo>
                <a:lnTo>
                  <a:pt x="5287" y="21444"/>
                </a:lnTo>
                <a:lnTo>
                  <a:pt x="5344" y="21289"/>
                </a:lnTo>
                <a:lnTo>
                  <a:pt x="5369" y="21222"/>
                </a:lnTo>
                <a:lnTo>
                  <a:pt x="5389" y="21122"/>
                </a:lnTo>
                <a:lnTo>
                  <a:pt x="5408" y="21011"/>
                </a:lnTo>
                <a:lnTo>
                  <a:pt x="5425" y="20889"/>
                </a:lnTo>
                <a:lnTo>
                  <a:pt x="5442" y="20778"/>
                </a:lnTo>
                <a:lnTo>
                  <a:pt x="5451" y="20667"/>
                </a:lnTo>
                <a:lnTo>
                  <a:pt x="5459" y="20533"/>
                </a:lnTo>
                <a:lnTo>
                  <a:pt x="5465" y="20400"/>
                </a:lnTo>
                <a:lnTo>
                  <a:pt x="5465" y="20133"/>
                </a:lnTo>
                <a:lnTo>
                  <a:pt x="5459" y="20000"/>
                </a:lnTo>
                <a:lnTo>
                  <a:pt x="5442" y="19733"/>
                </a:lnTo>
                <a:lnTo>
                  <a:pt x="5425" y="19611"/>
                </a:lnTo>
                <a:lnTo>
                  <a:pt x="5408" y="19500"/>
                </a:lnTo>
                <a:lnTo>
                  <a:pt x="5389" y="19400"/>
                </a:lnTo>
                <a:lnTo>
                  <a:pt x="5369" y="19311"/>
                </a:lnTo>
                <a:lnTo>
                  <a:pt x="5344" y="19233"/>
                </a:lnTo>
                <a:lnTo>
                  <a:pt x="5316" y="19133"/>
                </a:lnTo>
                <a:lnTo>
                  <a:pt x="5287" y="19078"/>
                </a:lnTo>
                <a:lnTo>
                  <a:pt x="5257" y="19022"/>
                </a:lnTo>
                <a:lnTo>
                  <a:pt x="5228" y="18989"/>
                </a:lnTo>
                <a:lnTo>
                  <a:pt x="5195" y="18944"/>
                </a:lnTo>
                <a:lnTo>
                  <a:pt x="5161" y="18922"/>
                </a:lnTo>
                <a:lnTo>
                  <a:pt x="5127" y="18911"/>
                </a:lnTo>
                <a:close/>
              </a:path>
            </a:pathLst>
          </a:custGeom>
          <a:solidFill>
            <a:srgbClr val="000006"/>
          </a:solidFill>
          <a:ln w="12700">
            <a:miter lim="400000"/>
          </a:ln>
        </p:spPr>
        <p:txBody>
          <a:bodyPr lIns="45719" rIns="45719"/>
          <a:lstStyle/>
          <a:p>
            <a:pPr/>
          </a:p>
        </p:txBody>
      </p:sp>
      <p:sp>
        <p:nvSpPr>
          <p:cNvPr id="27" name="TextBox 12"/>
          <p:cNvSpPr txBox="1"/>
          <p:nvPr/>
        </p:nvSpPr>
        <p:spPr>
          <a:xfrm>
            <a:off x="1196974" y="444103"/>
            <a:ext cx="7446169" cy="736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1000"/>
              </a:spcBef>
              <a:defRPr sz="2400">
                <a:latin typeface="Roboto"/>
                <a:ea typeface="Roboto"/>
                <a:cs typeface="Roboto"/>
                <a:sym typeface="Roboto"/>
              </a:defRPr>
            </a:lvl1pPr>
          </a:lstStyle>
          <a:p>
            <a:pPr/>
            <a:r>
              <a:t>Our 17 year history assures best practice in privacy, security and the ethical use of data</a:t>
            </a:r>
          </a:p>
        </p:txBody>
      </p:sp>
      <p:sp>
        <p:nvSpPr>
          <p:cNvPr id="28" name="TextBox 17"/>
          <p:cNvSpPr txBox="1"/>
          <p:nvPr/>
        </p:nvSpPr>
        <p:spPr>
          <a:xfrm>
            <a:off x="9407614" y="2362590"/>
            <a:ext cx="2338908" cy="22910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90000"/>
              </a:lnSpc>
              <a:spcBef>
                <a:spcPts val="1000"/>
              </a:spcBef>
              <a:defRPr>
                <a:solidFill>
                  <a:srgbClr val="FFFFFF"/>
                </a:solidFill>
              </a:defRPr>
            </a:pPr>
            <a:r>
              <a:t>Quantium believes </a:t>
            </a:r>
            <a:br/>
            <a:r>
              <a:t>in using data for progress, with great care and responsibility. As such please respect the commercial in confidence nature </a:t>
            </a:r>
            <a:br/>
            <a:r>
              <a:t>of this document.</a:t>
            </a:r>
          </a:p>
        </p:txBody>
      </p:sp>
      <p:sp>
        <p:nvSpPr>
          <p:cNvPr id="29" name="TextBox 18"/>
          <p:cNvSpPr txBox="1"/>
          <p:nvPr/>
        </p:nvSpPr>
        <p:spPr>
          <a:xfrm>
            <a:off x="9407614" y="500062"/>
            <a:ext cx="2207024" cy="13627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90000"/>
              </a:lnSpc>
              <a:spcBef>
                <a:spcPts val="1000"/>
              </a:spcBef>
              <a:defRPr sz="2400">
                <a:solidFill>
                  <a:srgbClr val="FFFFFF"/>
                </a:solidFill>
                <a:latin typeface="Roboto"/>
                <a:ea typeface="Roboto"/>
                <a:cs typeface="Roboto"/>
                <a:sym typeface="Roboto"/>
              </a:defRPr>
            </a:pPr>
            <a:r>
              <a:t>We all have a responsibility</a:t>
            </a:r>
            <a:br/>
            <a:r>
              <a:t>to use data</a:t>
            </a:r>
            <a:br/>
            <a:r>
              <a:t>for good</a:t>
            </a:r>
          </a:p>
        </p:txBody>
      </p:sp>
      <p:sp>
        <p:nvSpPr>
          <p:cNvPr id="30" name="Rectangle 19"/>
          <p:cNvSpPr txBox="1"/>
          <p:nvPr/>
        </p:nvSpPr>
        <p:spPr>
          <a:xfrm>
            <a:off x="1196975" y="2018513"/>
            <a:ext cx="221971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atin typeface="Roboto Medium"/>
                <a:ea typeface="Roboto Medium"/>
                <a:cs typeface="Roboto Medium"/>
                <a:sym typeface="Roboto Medium"/>
              </a:defRPr>
            </a:lvl1pPr>
          </a:lstStyle>
          <a:p>
            <a:pPr/>
            <a:r>
              <a:t>Privacy</a:t>
            </a:r>
          </a:p>
        </p:txBody>
      </p:sp>
      <p:sp>
        <p:nvSpPr>
          <p:cNvPr id="31" name="Rectangle 20"/>
          <p:cNvSpPr txBox="1"/>
          <p:nvPr/>
        </p:nvSpPr>
        <p:spPr>
          <a:xfrm>
            <a:off x="1196974" y="2300357"/>
            <a:ext cx="2311153" cy="1803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9996" indent="-179996">
              <a:spcBef>
                <a:spcPts val="600"/>
              </a:spcBef>
              <a:buSzPct val="100000"/>
              <a:buFont typeface="Helvetica"/>
              <a:buChar char="•"/>
              <a:defRPr sz="1100"/>
            </a:pPr>
            <a:r>
              <a:t>We have built our business based on privacy by design principles </a:t>
            </a:r>
            <a:br/>
            <a:r>
              <a:t>for the past 17 years</a:t>
            </a:r>
          </a:p>
          <a:p>
            <a:pPr marL="179996" indent="-179996">
              <a:spcBef>
                <a:spcPts val="600"/>
              </a:spcBef>
              <a:buSzPct val="100000"/>
              <a:buFont typeface="Helvetica"/>
              <a:buChar char="•"/>
              <a:defRPr sz="1100"/>
            </a:pPr>
            <a:r>
              <a:t>Quantium has strict protocols</a:t>
            </a:r>
            <a:br/>
            <a:r>
              <a:t>around the receipt and storage </a:t>
            </a:r>
            <a:br/>
            <a:r>
              <a:t>of personal information</a:t>
            </a:r>
          </a:p>
          <a:p>
            <a:pPr marL="179996" indent="-179996">
              <a:spcBef>
                <a:spcPts val="600"/>
              </a:spcBef>
              <a:buSzPct val="100000"/>
              <a:buFont typeface="Helvetica"/>
              <a:buChar char="•"/>
              <a:defRPr sz="1100"/>
            </a:pPr>
            <a:r>
              <a:t>All information is de-identified using an irreversible tokenisation process with no ability to</a:t>
            </a:r>
            <a:br/>
            <a:r>
              <a:t>re-identify individuals.</a:t>
            </a:r>
          </a:p>
        </p:txBody>
      </p:sp>
      <p:sp>
        <p:nvSpPr>
          <p:cNvPr id="32" name="Rectangle 21"/>
          <p:cNvSpPr txBox="1"/>
          <p:nvPr/>
        </p:nvSpPr>
        <p:spPr>
          <a:xfrm>
            <a:off x="3957637" y="2018513"/>
            <a:ext cx="221971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atin typeface="Roboto Medium"/>
                <a:ea typeface="Roboto Medium"/>
                <a:cs typeface="Roboto Medium"/>
                <a:sym typeface="Roboto Medium"/>
              </a:defRPr>
            </a:lvl1pPr>
          </a:lstStyle>
          <a:p>
            <a:pPr/>
            <a:r>
              <a:t>Security</a:t>
            </a:r>
          </a:p>
        </p:txBody>
      </p:sp>
      <p:sp>
        <p:nvSpPr>
          <p:cNvPr id="33" name="Rectangle 22"/>
          <p:cNvSpPr txBox="1"/>
          <p:nvPr/>
        </p:nvSpPr>
        <p:spPr>
          <a:xfrm>
            <a:off x="3957637" y="2300356"/>
            <a:ext cx="2219713" cy="3352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9996" indent="-179996">
              <a:spcBef>
                <a:spcPts val="600"/>
              </a:spcBef>
              <a:buSzPct val="100000"/>
              <a:buFont typeface="Helvetica"/>
              <a:buChar char="•"/>
              <a:defRPr sz="1100"/>
            </a:pPr>
            <a:r>
              <a:t>We are ISO27001 certified - internationally recognised </a:t>
            </a:r>
            <a:br/>
            <a:r>
              <a:t>for our ability to uphold best practice standards across information security</a:t>
            </a:r>
          </a:p>
          <a:p>
            <a:pPr marL="179996" indent="-179996">
              <a:spcBef>
                <a:spcPts val="600"/>
              </a:spcBef>
              <a:buSzPct val="100000"/>
              <a:buFont typeface="Helvetica"/>
              <a:buChar char="•"/>
              <a:defRPr sz="1100"/>
            </a:pPr>
            <a:r>
              <a:t>We use ‘bank grade’ security </a:t>
            </a:r>
            <a:br/>
            <a:r>
              <a:t>to store and process our data</a:t>
            </a:r>
          </a:p>
          <a:p>
            <a:pPr marL="179996" indent="-179996">
              <a:spcBef>
                <a:spcPts val="600"/>
              </a:spcBef>
              <a:buSzPct val="100000"/>
              <a:buFont typeface="Helvetica"/>
              <a:buChar char="•"/>
              <a:defRPr sz="1100"/>
            </a:pPr>
            <a:r>
              <a:t>Comply with 200+ security requirements from NAB, Woolworths and other </a:t>
            </a:r>
            <a:br/>
            <a:r>
              <a:t>data partners</a:t>
            </a:r>
          </a:p>
          <a:p>
            <a:pPr marL="179996" indent="-179996">
              <a:spcBef>
                <a:spcPts val="600"/>
              </a:spcBef>
              <a:buSzPct val="100000"/>
              <a:buFont typeface="Helvetica"/>
              <a:buChar char="•"/>
              <a:defRPr sz="1100"/>
            </a:pPr>
            <a:r>
              <a:t>All partner data is held in separate restricted environments</a:t>
            </a:r>
          </a:p>
          <a:p>
            <a:pPr marL="179996" indent="-179996">
              <a:spcBef>
                <a:spcPts val="600"/>
              </a:spcBef>
              <a:buSzPct val="100000"/>
              <a:buFont typeface="Helvetica"/>
              <a:buChar char="•"/>
              <a:defRPr sz="1100"/>
            </a:pPr>
            <a:r>
              <a:t>All access to partner data is limited to essential staff only</a:t>
            </a:r>
          </a:p>
          <a:p>
            <a:pPr marL="179996" indent="-179996">
              <a:spcBef>
                <a:spcPts val="600"/>
              </a:spcBef>
              <a:buSzPct val="100000"/>
              <a:buFont typeface="Helvetica"/>
              <a:buChar char="•"/>
              <a:defRPr sz="1100"/>
            </a:pPr>
            <a:r>
              <a:t>Security environment and processes regularly audited </a:t>
            </a:r>
            <a:br/>
            <a:r>
              <a:t>by our data partners.</a:t>
            </a:r>
          </a:p>
        </p:txBody>
      </p:sp>
      <p:sp>
        <p:nvSpPr>
          <p:cNvPr id="34" name="Rectangle 23"/>
          <p:cNvSpPr txBox="1"/>
          <p:nvPr/>
        </p:nvSpPr>
        <p:spPr>
          <a:xfrm>
            <a:off x="6718300" y="2018513"/>
            <a:ext cx="221971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atin typeface="Roboto Medium"/>
                <a:ea typeface="Roboto Medium"/>
                <a:cs typeface="Roboto Medium"/>
                <a:sym typeface="Roboto Medium"/>
              </a:defRPr>
            </a:lvl1pPr>
          </a:lstStyle>
          <a:p>
            <a:pPr/>
            <a:r>
              <a:t>Ethical use of data</a:t>
            </a:r>
          </a:p>
        </p:txBody>
      </p:sp>
      <p:sp>
        <p:nvSpPr>
          <p:cNvPr id="35" name="Rectangle 24"/>
          <p:cNvSpPr txBox="1"/>
          <p:nvPr/>
        </p:nvSpPr>
        <p:spPr>
          <a:xfrm>
            <a:off x="6718300" y="2300357"/>
            <a:ext cx="2034225"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600"/>
              </a:spcBef>
              <a:defRPr sz="1100"/>
            </a:lvl1pPr>
          </a:lstStyle>
          <a:p>
            <a:pPr/>
            <a:r>
              <a:t>Applies to all facets of our work, from the initiatives we take on, the information we use and how our solutions impact individuals, organisations and society.</a:t>
            </a:r>
          </a:p>
        </p:txBody>
      </p:sp>
      <p:grpSp>
        <p:nvGrpSpPr>
          <p:cNvPr id="38" name="Group 2"/>
          <p:cNvGrpSpPr/>
          <p:nvPr/>
        </p:nvGrpSpPr>
        <p:grpSpPr>
          <a:xfrm>
            <a:off x="3732881" y="1987963"/>
            <a:ext cx="2760664" cy="3790715"/>
            <a:chOff x="0" y="0"/>
            <a:chExt cx="2760663" cy="3790714"/>
          </a:xfrm>
        </p:grpSpPr>
        <p:sp>
          <p:nvSpPr>
            <p:cNvPr id="36" name="Straight Connector 25"/>
            <p:cNvSpPr/>
            <p:nvPr/>
          </p:nvSpPr>
          <p:spPr>
            <a:xfrm flipH="1">
              <a:off x="-1" y="0"/>
              <a:ext cx="2" cy="3790715"/>
            </a:xfrm>
            <a:prstGeom prst="line">
              <a:avLst/>
            </a:prstGeom>
            <a:noFill/>
            <a:ln w="6350" cap="flat">
              <a:solidFill>
                <a:schemeClr val="accent1"/>
              </a:solidFill>
              <a:prstDash val="solid"/>
              <a:miter lim="800000"/>
            </a:ln>
            <a:effectLst/>
          </p:spPr>
          <p:txBody>
            <a:bodyPr wrap="square" lIns="45719" tIns="45719" rIns="45719" bIns="45719" numCol="1" anchor="t">
              <a:noAutofit/>
            </a:bodyPr>
            <a:lstStyle/>
            <a:p>
              <a:pPr/>
            </a:p>
          </p:txBody>
        </p:sp>
        <p:sp>
          <p:nvSpPr>
            <p:cNvPr id="37" name="Straight Connector 26"/>
            <p:cNvSpPr/>
            <p:nvPr/>
          </p:nvSpPr>
          <p:spPr>
            <a:xfrm flipH="1">
              <a:off x="2760663" y="0"/>
              <a:ext cx="1" cy="3790715"/>
            </a:xfrm>
            <a:prstGeom prst="line">
              <a:avLst/>
            </a:prstGeom>
            <a:noFill/>
            <a:ln w="6350" cap="flat">
              <a:solidFill>
                <a:schemeClr val="accent1"/>
              </a:solidFill>
              <a:prstDash val="solid"/>
              <a:miter lim="800000"/>
            </a:ln>
            <a:effectLst/>
          </p:spPr>
          <p:txBody>
            <a:bodyPr wrap="square" lIns="45719" tIns="45719" rIns="45719" bIns="45719" numCol="1" anchor="t">
              <a:noAutofit/>
            </a:bodyPr>
            <a:lstStyle/>
            <a:p>
              <a:pPr/>
            </a:p>
          </p:txBody>
        </p:sp>
      </p:grpSp>
      <p:sp>
        <p:nvSpPr>
          <p:cNvPr id="39"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40"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5"/>
          </a:solidFill>
          <a:uFillTx/>
          <a:latin typeface="Roboto"/>
          <a:ea typeface="Roboto"/>
          <a:cs typeface="Roboto"/>
          <a:sym typeface="Roboto"/>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5"/>
          </a:solidFill>
          <a:uFillTx/>
          <a:latin typeface="Roboto"/>
          <a:ea typeface="Roboto"/>
          <a:cs typeface="Roboto"/>
          <a:sym typeface="Roboto"/>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5"/>
          </a:solidFill>
          <a:uFillTx/>
          <a:latin typeface="Roboto"/>
          <a:ea typeface="Roboto"/>
          <a:cs typeface="Roboto"/>
          <a:sym typeface="Roboto"/>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5"/>
          </a:solidFill>
          <a:uFillTx/>
          <a:latin typeface="Roboto"/>
          <a:ea typeface="Roboto"/>
          <a:cs typeface="Roboto"/>
          <a:sym typeface="Roboto"/>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5"/>
          </a:solidFill>
          <a:uFillTx/>
          <a:latin typeface="Roboto"/>
          <a:ea typeface="Roboto"/>
          <a:cs typeface="Roboto"/>
          <a:sym typeface="Roboto"/>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5"/>
          </a:solidFill>
          <a:uFillTx/>
          <a:latin typeface="Roboto"/>
          <a:ea typeface="Roboto"/>
          <a:cs typeface="Roboto"/>
          <a:sym typeface="Roboto"/>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5"/>
          </a:solidFill>
          <a:uFillTx/>
          <a:latin typeface="Roboto"/>
          <a:ea typeface="Roboto"/>
          <a:cs typeface="Roboto"/>
          <a:sym typeface="Roboto"/>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5"/>
          </a:solidFill>
          <a:uFillTx/>
          <a:latin typeface="Roboto"/>
          <a:ea typeface="Roboto"/>
          <a:cs typeface="Roboto"/>
          <a:sym typeface="Roboto"/>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5"/>
          </a:solidFill>
          <a:uFillTx/>
          <a:latin typeface="Roboto"/>
          <a:ea typeface="Roboto"/>
          <a:cs typeface="Roboto"/>
          <a:sym typeface="Roboto"/>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5"/>
          </a:solidFill>
          <a:uFillTx/>
          <a:latin typeface="Roboto"/>
          <a:ea typeface="Roboto"/>
          <a:cs typeface="Roboto"/>
          <a:sym typeface="Roboto"/>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5"/>
          </a:solidFill>
          <a:uFillTx/>
          <a:latin typeface="Roboto"/>
          <a:ea typeface="Roboto"/>
          <a:cs typeface="Roboto"/>
          <a:sym typeface="Roboto"/>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5"/>
          </a:solidFill>
          <a:uFillTx/>
          <a:latin typeface="Roboto"/>
          <a:ea typeface="Roboto"/>
          <a:cs typeface="Roboto"/>
          <a:sym typeface="Roboto"/>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5"/>
          </a:solidFill>
          <a:uFillTx/>
          <a:latin typeface="Roboto"/>
          <a:ea typeface="Roboto"/>
          <a:cs typeface="Roboto"/>
          <a:sym typeface="Roboto"/>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5"/>
          </a:solidFill>
          <a:uFillTx/>
          <a:latin typeface="Roboto"/>
          <a:ea typeface="Roboto"/>
          <a:cs typeface="Roboto"/>
          <a:sym typeface="Roboto"/>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5"/>
          </a:solidFill>
          <a:uFillTx/>
          <a:latin typeface="Roboto"/>
          <a:ea typeface="Roboto"/>
          <a:cs typeface="Roboto"/>
          <a:sym typeface="Roboto"/>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5"/>
          </a:solidFill>
          <a:uFillTx/>
          <a:latin typeface="Roboto"/>
          <a:ea typeface="Roboto"/>
          <a:cs typeface="Roboto"/>
          <a:sym typeface="Roboto"/>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5"/>
          </a:solidFill>
          <a:uFillTx/>
          <a:latin typeface="Roboto"/>
          <a:ea typeface="Roboto"/>
          <a:cs typeface="Roboto"/>
          <a:sym typeface="Roboto"/>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5"/>
          </a:solidFill>
          <a:uFillTx/>
          <a:latin typeface="Roboto"/>
          <a:ea typeface="Roboto"/>
          <a:cs typeface="Roboto"/>
          <a:sym typeface="Roboto"/>
        </a:defRPr>
      </a:lvl9pPr>
    </p:bodyStyle>
    <p:otherStyle>
      <a:lvl1pPr marL="0" marR="0" indent="0" algn="ctr" defTabSz="9144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boto"/>
        </a:defRPr>
      </a:lvl1pPr>
      <a:lvl2pPr marL="0" marR="0" indent="457200" algn="ctr" defTabSz="9144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boto"/>
        </a:defRPr>
      </a:lvl2pPr>
      <a:lvl3pPr marL="0" marR="0" indent="914400" algn="ctr" defTabSz="9144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boto"/>
        </a:defRPr>
      </a:lvl3pPr>
      <a:lvl4pPr marL="0" marR="0" indent="1371600" algn="ctr" defTabSz="9144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boto"/>
        </a:defRPr>
      </a:lvl4pPr>
      <a:lvl5pPr marL="0" marR="0" indent="1828800" algn="ctr" defTabSz="9144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boto"/>
        </a:defRPr>
      </a:lvl5pPr>
      <a:lvl6pPr marL="0" marR="0" indent="2286000" algn="ctr" defTabSz="9144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boto"/>
        </a:defRPr>
      </a:lvl6pPr>
      <a:lvl7pPr marL="0" marR="0" indent="2743200" algn="ctr" defTabSz="9144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boto"/>
        </a:defRPr>
      </a:lvl7pPr>
      <a:lvl8pPr marL="0" marR="0" indent="3200400" algn="ctr" defTabSz="9144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boto"/>
        </a:defRPr>
      </a:lvl8pPr>
      <a:lvl9pPr marL="0" marR="0" indent="3657600" algn="ctr" defTabSz="9144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boto"/>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lide Number Placeholder 6"/>
          <p:cNvSpPr txBox="1"/>
          <p:nvPr>
            <p:ph type="sldNum" sz="quarter" idx="2"/>
          </p:nvPr>
        </p:nvSpPr>
        <p:spPr>
          <a:xfrm>
            <a:off x="254088" y="6239657"/>
            <a:ext cx="203024" cy="3073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7" name="Title 1"/>
          <p:cNvSpPr txBox="1"/>
          <p:nvPr>
            <p:ph type="ctrTitle"/>
          </p:nvPr>
        </p:nvSpPr>
        <p:spPr>
          <a:xfrm>
            <a:off x="1212852" y="1537494"/>
            <a:ext cx="4086224" cy="2387601"/>
          </a:xfrm>
          <a:prstGeom prst="rect">
            <a:avLst/>
          </a:prstGeom>
        </p:spPr>
        <p:txBody>
          <a:bodyPr/>
          <a:lstStyle/>
          <a:p>
            <a:pPr/>
            <a:r>
              <a:t>Category review: Chips</a:t>
            </a:r>
          </a:p>
        </p:txBody>
      </p:sp>
      <p:sp>
        <p:nvSpPr>
          <p:cNvPr id="178" name="Subtitle 2"/>
          <p:cNvSpPr txBox="1"/>
          <p:nvPr>
            <p:ph type="subTitle" sz="quarter" idx="1"/>
          </p:nvPr>
        </p:nvSpPr>
        <p:spPr>
          <a:xfrm>
            <a:off x="1212850" y="4126705"/>
            <a:ext cx="4086225" cy="1236663"/>
          </a:xfrm>
          <a:prstGeom prst="rect">
            <a:avLst/>
          </a:prstGeom>
        </p:spPr>
        <p:txBody>
          <a:bodyPr/>
          <a:lstStyle/>
          <a:p>
            <a:pPr/>
            <a:r>
              <a:t>Retail Analytics</a:t>
            </a:r>
          </a:p>
        </p:txBody>
      </p:sp>
      <p:sp>
        <p:nvSpPr>
          <p:cNvPr id="179" name="Rectangle 13"/>
          <p:cNvSpPr/>
          <p:nvPr/>
        </p:nvSpPr>
        <p:spPr>
          <a:xfrm>
            <a:off x="5299075" y="6494584"/>
            <a:ext cx="1676157" cy="281354"/>
          </a:xfrm>
          <a:prstGeom prst="rect">
            <a:avLst/>
          </a:prstGeom>
          <a:solidFill>
            <a:srgbClr val="FFFFFF"/>
          </a:solidFill>
          <a:ln w="12700">
            <a:miter lim="400000"/>
          </a:ln>
        </p:spPr>
        <p:txBody>
          <a:bodyPr lIns="45719" rIns="45719" anchor="ctr"/>
          <a:lstStyle/>
          <a:p>
            <a:pPr algn="ctr">
              <a:defRPr sz="1400"/>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lide Number Placeholder 6"/>
          <p:cNvSpPr txBox="1"/>
          <p:nvPr>
            <p:ph type="sldNum" sz="quarter" idx="2"/>
          </p:nvPr>
        </p:nvSpPr>
        <p:spPr>
          <a:xfrm>
            <a:off x="254088" y="6239657"/>
            <a:ext cx="203024" cy="3073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82" name="Text Placeholder 1"/>
          <p:cNvSpPr txBox="1"/>
          <p:nvPr>
            <p:ph type="body" sz="quarter" idx="1"/>
          </p:nvPr>
        </p:nvSpPr>
        <p:spPr>
          <a:xfrm>
            <a:off x="1196975" y="453371"/>
            <a:ext cx="10479600" cy="824400"/>
          </a:xfrm>
          <a:prstGeom prst="rect">
            <a:avLst/>
          </a:prstGeom>
        </p:spPr>
        <p:txBody>
          <a:bodyPr/>
          <a:lstStyle/>
          <a:p>
            <a:pPr/>
            <a:r>
              <a:t>Executive summary</a:t>
            </a:r>
          </a:p>
        </p:txBody>
      </p:sp>
      <p:grpSp>
        <p:nvGrpSpPr>
          <p:cNvPr id="185" name="Oval 2"/>
          <p:cNvGrpSpPr/>
          <p:nvPr/>
        </p:nvGrpSpPr>
        <p:grpSpPr>
          <a:xfrm>
            <a:off x="1196974" y="1904999"/>
            <a:ext cx="485778" cy="485778"/>
            <a:chOff x="0" y="0"/>
            <a:chExt cx="485776" cy="485776"/>
          </a:xfrm>
        </p:grpSpPr>
        <p:sp>
          <p:nvSpPr>
            <p:cNvPr id="183" name="Circle"/>
            <p:cNvSpPr/>
            <p:nvPr/>
          </p:nvSpPr>
          <p:spPr>
            <a:xfrm>
              <a:off x="-1" y="-1"/>
              <a:ext cx="485778" cy="485778"/>
            </a:xfrm>
            <a:prstGeom prst="ellipse">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184" name="01"/>
            <p:cNvSpPr txBox="1"/>
            <p:nvPr/>
          </p:nvSpPr>
          <p:spPr>
            <a:xfrm>
              <a:off x="63681" y="57467"/>
              <a:ext cx="358413"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a:solidFill>
                    <a:srgbClr val="000000"/>
                  </a:solidFill>
                </a:defRPr>
              </a:lvl1pPr>
            </a:lstStyle>
            <a:p>
              <a:pPr/>
              <a:r>
                <a:t>01</a:t>
              </a:r>
            </a:p>
          </p:txBody>
        </p:sp>
      </p:grpSp>
      <p:grpSp>
        <p:nvGrpSpPr>
          <p:cNvPr id="188" name="Oval 3"/>
          <p:cNvGrpSpPr/>
          <p:nvPr/>
        </p:nvGrpSpPr>
        <p:grpSpPr>
          <a:xfrm>
            <a:off x="1196974" y="4095579"/>
            <a:ext cx="485778" cy="485777"/>
            <a:chOff x="0" y="0"/>
            <a:chExt cx="485776" cy="485776"/>
          </a:xfrm>
        </p:grpSpPr>
        <p:sp>
          <p:nvSpPr>
            <p:cNvPr id="186" name="Circle"/>
            <p:cNvSpPr/>
            <p:nvPr/>
          </p:nvSpPr>
          <p:spPr>
            <a:xfrm>
              <a:off x="-1" y="-1"/>
              <a:ext cx="485778" cy="485778"/>
            </a:xfrm>
            <a:prstGeom prst="ellipse">
              <a:avLst/>
            </a:prstGeom>
            <a:solidFill>
              <a:srgbClr val="FFFFFF"/>
            </a:solidFill>
            <a:ln w="12700" cap="flat">
              <a:solidFill>
                <a:srgbClr val="000000"/>
              </a:solidFill>
              <a:prstDash val="solid"/>
              <a:miter lim="800000"/>
            </a:ln>
            <a:effectLst/>
          </p:spPr>
          <p:txBody>
            <a:bodyPr wrap="square" lIns="45719" tIns="45719" rIns="45719" bIns="45719" numCol="1" anchor="ctr">
              <a:noAutofit/>
            </a:bodyPr>
            <a:lstStyle/>
            <a:p>
              <a:pPr algn="ctr">
                <a:defRPr>
                  <a:solidFill>
                    <a:srgbClr val="000000"/>
                  </a:solidFill>
                </a:defRPr>
              </a:pPr>
            </a:p>
          </p:txBody>
        </p:sp>
        <p:sp>
          <p:nvSpPr>
            <p:cNvPr id="187" name="02"/>
            <p:cNvSpPr txBox="1"/>
            <p:nvPr/>
          </p:nvSpPr>
          <p:spPr>
            <a:xfrm>
              <a:off x="63681" y="57467"/>
              <a:ext cx="358413"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a:solidFill>
                    <a:srgbClr val="000000"/>
                  </a:solidFill>
                </a:defRPr>
              </a:lvl1pPr>
            </a:lstStyle>
            <a:p>
              <a:pPr/>
              <a:r>
                <a:t>02</a:t>
              </a:r>
            </a:p>
          </p:txBody>
        </p:sp>
      </p:grpSp>
      <p:sp>
        <p:nvSpPr>
          <p:cNvPr id="189" name="TextBox 4"/>
          <p:cNvSpPr txBox="1"/>
          <p:nvPr/>
        </p:nvSpPr>
        <p:spPr>
          <a:xfrm>
            <a:off x="1935585" y="1967886"/>
            <a:ext cx="1896186"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atin typeface="Roboto"/>
                <a:ea typeface="Roboto"/>
                <a:cs typeface="Roboto"/>
                <a:sym typeface="Roboto"/>
              </a:defRPr>
            </a:lvl1pPr>
          </a:lstStyle>
          <a:p>
            <a:pPr/>
            <a:r>
              <a:t>Task 1</a:t>
            </a:r>
          </a:p>
        </p:txBody>
      </p:sp>
      <p:sp>
        <p:nvSpPr>
          <p:cNvPr id="190" name="TextBox 5"/>
          <p:cNvSpPr txBox="1"/>
          <p:nvPr/>
        </p:nvSpPr>
        <p:spPr>
          <a:xfrm>
            <a:off x="1935585" y="4158465"/>
            <a:ext cx="1896186"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atin typeface="Roboto"/>
                <a:ea typeface="Roboto"/>
                <a:cs typeface="Roboto"/>
                <a:sym typeface="Roboto"/>
              </a:defRPr>
            </a:lvl1pPr>
          </a:lstStyle>
          <a:p>
            <a:pPr/>
            <a:r>
              <a:t>Task 2</a:t>
            </a:r>
          </a:p>
        </p:txBody>
      </p:sp>
      <p:sp>
        <p:nvSpPr>
          <p:cNvPr id="191" name="TextBox 6"/>
          <p:cNvSpPr txBox="1"/>
          <p:nvPr/>
        </p:nvSpPr>
        <p:spPr>
          <a:xfrm>
            <a:off x="4095584" y="1967887"/>
            <a:ext cx="7580991" cy="167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Young singles/couples and Mainstream shoppers are the priority segment for chips: they drive the highest brand-driven spend, but visit less often than other segments and pay a measurable premium (+9%, statistically significant) versus Budget/Premium shoppers in the same life stage. Older families and retirees drive volume through purchase frequency rather than price.</a:t>
            </a:r>
          </a:p>
        </p:txBody>
      </p:sp>
      <p:sp>
        <p:nvSpPr>
          <p:cNvPr id="192" name="TextBox 8"/>
          <p:cNvSpPr txBox="1"/>
          <p:nvPr/>
        </p:nvSpPr>
        <p:spPr>
          <a:xfrm>
            <a:off x="4095584" y="4158465"/>
            <a:ext cx="7580991" cy="1117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The trial layout produced a significant, immediate sales and traffic uplift across all three trial stores in the first month, but only one of the three stores sustained the effect for the full trial period. Recommend a wider pilot with close monitoring rather than an immediate full rollout.</a:t>
            </a:r>
          </a:p>
        </p:txBody>
      </p:sp>
      <p:sp>
        <p:nvSpPr>
          <p:cNvPr id="193" name="Rectangle 7"/>
          <p:cNvSpPr/>
          <p:nvPr/>
        </p:nvSpPr>
        <p:spPr>
          <a:xfrm>
            <a:off x="5299075" y="6494584"/>
            <a:ext cx="1676157" cy="281354"/>
          </a:xfrm>
          <a:prstGeom prst="rect">
            <a:avLst/>
          </a:prstGeom>
          <a:solidFill>
            <a:srgbClr val="FFFFFF"/>
          </a:solidFill>
          <a:ln w="12700">
            <a:miter lim="400000"/>
          </a:ln>
        </p:spPr>
        <p:txBody>
          <a:bodyPr lIns="45719" rIns="45719" anchor="ctr"/>
          <a:lstStyle/>
          <a:p>
            <a:pPr algn="ctr">
              <a:defRPr sz="1400"/>
            </a:pP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lide Number Placeholder 6"/>
          <p:cNvSpPr txBox="1"/>
          <p:nvPr>
            <p:ph type="sldNum" sz="quarter" idx="2"/>
          </p:nvPr>
        </p:nvSpPr>
        <p:spPr>
          <a:xfrm>
            <a:off x="254088" y="6239657"/>
            <a:ext cx="203024" cy="3073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6" name="Title 2"/>
          <p:cNvSpPr txBox="1"/>
          <p:nvPr>
            <p:ph type="title"/>
          </p:nvPr>
        </p:nvSpPr>
        <p:spPr>
          <a:prstGeom prst="rect">
            <a:avLst/>
          </a:prstGeom>
        </p:spPr>
        <p:txBody>
          <a:bodyPr/>
          <a:lstStyle>
            <a:lvl1pPr defTabSz="685800">
              <a:defRPr sz="6225"/>
            </a:lvl1pPr>
          </a:lstStyle>
          <a:p>
            <a:pPr/>
            <a:r>
              <a:t>01</a:t>
            </a:r>
          </a:p>
        </p:txBody>
      </p:sp>
      <p:sp>
        <p:nvSpPr>
          <p:cNvPr id="197" name="Text Placeholder 3"/>
          <p:cNvSpPr txBox="1"/>
          <p:nvPr>
            <p:ph type="body" sz="quarter" idx="1"/>
          </p:nvPr>
        </p:nvSpPr>
        <p:spPr>
          <a:xfrm>
            <a:off x="1201737" y="3122612"/>
            <a:ext cx="5516563" cy="2516187"/>
          </a:xfrm>
          <a:prstGeom prst="rect">
            <a:avLst/>
          </a:prstGeom>
        </p:spPr>
        <p:txBody>
          <a:bodyPr/>
          <a:lstStyle/>
          <a:p>
            <a:pPr/>
            <a:r>
              <a:t>Category</a:t>
            </a:r>
          </a:p>
        </p:txBody>
      </p:sp>
      <p:sp>
        <p:nvSpPr>
          <p:cNvPr id="198" name="Rectangle 1"/>
          <p:cNvSpPr/>
          <p:nvPr/>
        </p:nvSpPr>
        <p:spPr>
          <a:xfrm>
            <a:off x="5299075" y="6494584"/>
            <a:ext cx="1676157" cy="281354"/>
          </a:xfrm>
          <a:prstGeom prst="rect">
            <a:avLst/>
          </a:prstGeom>
          <a:solidFill>
            <a:srgbClr val="FFFFFF"/>
          </a:solidFill>
          <a:ln w="12700">
            <a:miter lim="400000"/>
          </a:ln>
        </p:spPr>
        <p:txBody>
          <a:bodyPr lIns="45719" rIns="45719" anchor="ctr"/>
          <a:lstStyle/>
          <a:p>
            <a:pPr algn="ctr">
              <a:defRPr sz="1400"/>
            </a:pP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lide Number Placeholder 6"/>
          <p:cNvSpPr txBox="1"/>
          <p:nvPr>
            <p:ph type="sldNum" sz="quarter" idx="2"/>
          </p:nvPr>
        </p:nvSpPr>
        <p:spPr>
          <a:xfrm>
            <a:off x="254088" y="6239657"/>
            <a:ext cx="203024" cy="3073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1" name="Text Placeholder 3"/>
          <p:cNvSpPr txBox="1"/>
          <p:nvPr>
            <p:ph type="body" sz="quarter" idx="1"/>
          </p:nvPr>
        </p:nvSpPr>
        <p:spPr>
          <a:xfrm>
            <a:off x="1196975" y="453371"/>
            <a:ext cx="10479600" cy="824400"/>
          </a:xfrm>
          <a:prstGeom prst="rect">
            <a:avLst/>
          </a:prstGeom>
        </p:spPr>
        <p:txBody>
          <a:bodyPr/>
          <a:lstStyle>
            <a:lvl1pPr>
              <a:defRPr b="1"/>
            </a:lvl1pPr>
          </a:lstStyle>
          <a:p>
            <a:pPr/>
            <a:r>
              <a:t>Category Overview</a:t>
            </a:r>
          </a:p>
        </p:txBody>
      </p:sp>
      <p:sp>
        <p:nvSpPr>
          <p:cNvPr id="202" name="TextBox 2"/>
          <p:cNvSpPr txBox="1"/>
          <p:nvPr/>
        </p:nvSpPr>
        <p:spPr>
          <a:xfrm>
            <a:off x="2463604" y="2521058"/>
            <a:ext cx="7264791" cy="2250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800"/>
            </a:lvl1pPr>
          </a:lstStyle>
          <a:p>
            <a:pPr/>
            <a:r>
              <a:t>Chips revenue is split between two very different shoppers: frequent family/retiree buyers, and high-margin young Mainstream buyers who pay more per visit.</a:t>
            </a:r>
          </a:p>
        </p:txBody>
      </p:sp>
      <p:sp>
        <p:nvSpPr>
          <p:cNvPr id="203" name="Rectangle 6"/>
          <p:cNvSpPr/>
          <p:nvPr/>
        </p:nvSpPr>
        <p:spPr>
          <a:xfrm>
            <a:off x="5299075" y="6494584"/>
            <a:ext cx="1676157" cy="281354"/>
          </a:xfrm>
          <a:prstGeom prst="rect">
            <a:avLst/>
          </a:prstGeom>
          <a:solidFill>
            <a:srgbClr val="FFFFFF"/>
          </a:solidFill>
          <a:ln w="12700">
            <a:miter lim="400000"/>
          </a:ln>
        </p:spPr>
        <p:txBody>
          <a:bodyPr lIns="45719" rIns="45719" anchor="ctr"/>
          <a:lstStyle/>
          <a:p>
            <a:pPr algn="ctr">
              <a:defRPr sz="1400"/>
            </a:pP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lide Number Placeholder 6"/>
          <p:cNvSpPr txBox="1"/>
          <p:nvPr>
            <p:ph type="sldNum" sz="quarter" idx="2"/>
          </p:nvPr>
        </p:nvSpPr>
        <p:spPr>
          <a:xfrm>
            <a:off x="254088" y="6239657"/>
            <a:ext cx="203024" cy="3073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6" name="Text Placeholder 3"/>
          <p:cNvSpPr txBox="1"/>
          <p:nvPr>
            <p:ph type="body" sz="quarter" idx="1"/>
          </p:nvPr>
        </p:nvSpPr>
        <p:spPr>
          <a:xfrm>
            <a:off x="1196975" y="453371"/>
            <a:ext cx="10479600" cy="824400"/>
          </a:xfrm>
          <a:prstGeom prst="rect">
            <a:avLst/>
          </a:prstGeom>
        </p:spPr>
        <p:txBody>
          <a:bodyPr/>
          <a:lstStyle>
            <a:lvl1pPr>
              <a:defRPr b="1"/>
            </a:lvl1pPr>
          </a:lstStyle>
          <a:p>
            <a:pPr/>
            <a:r>
              <a:t>Does Affluence Drive Spend?</a:t>
            </a:r>
          </a:p>
        </p:txBody>
      </p:sp>
      <p:sp>
        <p:nvSpPr>
          <p:cNvPr id="207" name="TextBox 4"/>
          <p:cNvSpPr txBox="1"/>
          <p:nvPr/>
        </p:nvSpPr>
        <p:spPr>
          <a:xfrm>
            <a:off x="1957789" y="1652535"/>
            <a:ext cx="8957970" cy="3723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200"/>
            </a:pPr>
            <a:r>
              <a:t>No life stage segment has Premium shoppers as its top revenue contributor; Mainstream and Budget dominate sales across every segment. </a:t>
            </a:r>
          </a:p>
          <a:p>
            <a:pPr>
              <a:defRPr sz="2200"/>
            </a:pPr>
          </a:p>
          <a:p>
            <a:pPr>
              <a:defRPr sz="2200"/>
            </a:pPr>
            <a:r>
              <a:t>Among Young and Midage Singles/Couples specifically, Mainstream shoppers pay </a:t>
            </a:r>
            <a:r>
              <a:rPr u="sng"/>
              <a:t>$0.33 more per unit </a:t>
            </a:r>
            <a:r>
              <a:t>(+9%) than Budget/Premium shoppers in the same life stage (p &lt; 2.2e-16, 95% CI: $0.316–$0.351). </a:t>
            </a:r>
          </a:p>
          <a:p>
            <a:pPr>
              <a:defRPr sz="2200"/>
            </a:pPr>
          </a:p>
          <a:p>
            <a:pPr>
              <a:defRPr sz="2200"/>
            </a:pPr>
            <a:r>
              <a:t>This suggests the premium is driven by life stage and mainstream positioning, not by the income tier the PREMIUM_CUSTOMER label implies.</a:t>
            </a:r>
          </a:p>
        </p:txBody>
      </p:sp>
      <p:sp>
        <p:nvSpPr>
          <p:cNvPr id="208" name="Rectangle 5"/>
          <p:cNvSpPr/>
          <p:nvPr/>
        </p:nvSpPr>
        <p:spPr>
          <a:xfrm>
            <a:off x="5299075" y="6494584"/>
            <a:ext cx="1676157" cy="281354"/>
          </a:xfrm>
          <a:prstGeom prst="rect">
            <a:avLst/>
          </a:prstGeom>
          <a:solidFill>
            <a:srgbClr val="FFFFFF"/>
          </a:solidFill>
          <a:ln w="12700">
            <a:miter lim="400000"/>
          </a:ln>
        </p:spPr>
        <p:txBody>
          <a:bodyPr lIns="45719" rIns="45719" anchor="ctr"/>
          <a:lstStyle/>
          <a:p>
            <a:pPr algn="ctr">
              <a:defRPr sz="1400"/>
            </a:pP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lide Number Placeholder 6"/>
          <p:cNvSpPr txBox="1"/>
          <p:nvPr>
            <p:ph type="sldNum" sz="quarter" idx="2"/>
          </p:nvPr>
        </p:nvSpPr>
        <p:spPr>
          <a:xfrm>
            <a:off x="254088" y="6239657"/>
            <a:ext cx="203024" cy="3073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1" name="Text Placeholder 3"/>
          <p:cNvSpPr txBox="1"/>
          <p:nvPr>
            <p:ph type="body" sz="quarter" idx="1"/>
          </p:nvPr>
        </p:nvSpPr>
        <p:spPr>
          <a:xfrm>
            <a:off x="1196975" y="453371"/>
            <a:ext cx="10479600" cy="824400"/>
          </a:xfrm>
          <a:prstGeom prst="rect">
            <a:avLst/>
          </a:prstGeom>
        </p:spPr>
        <p:txBody>
          <a:bodyPr/>
          <a:lstStyle>
            <a:lvl1pPr>
              <a:defRPr b="1"/>
            </a:lvl1pPr>
          </a:lstStyle>
          <a:p>
            <a:pPr/>
            <a:r>
              <a:t>Customer Mix by Life Stage &amp; Affluence</a:t>
            </a:r>
          </a:p>
        </p:txBody>
      </p:sp>
      <p:sp>
        <p:nvSpPr>
          <p:cNvPr id="212" name="Rectangle 5"/>
          <p:cNvSpPr/>
          <p:nvPr/>
        </p:nvSpPr>
        <p:spPr>
          <a:xfrm>
            <a:off x="5299075" y="6494584"/>
            <a:ext cx="1676157" cy="281354"/>
          </a:xfrm>
          <a:prstGeom prst="rect">
            <a:avLst/>
          </a:prstGeom>
          <a:solidFill>
            <a:srgbClr val="FFFFFF"/>
          </a:solidFill>
          <a:ln w="12700">
            <a:miter lim="400000"/>
          </a:ln>
        </p:spPr>
        <p:txBody>
          <a:bodyPr lIns="45719" rIns="45719" anchor="ctr"/>
          <a:lstStyle/>
          <a:p>
            <a:pPr algn="ctr">
              <a:defRPr sz="1400"/>
            </a:pPr>
          </a:p>
        </p:txBody>
      </p:sp>
      <p:pic>
        <p:nvPicPr>
          <p:cNvPr id="213" name="Picture 10" descr="Picture 10"/>
          <p:cNvPicPr>
            <a:picLocks noChangeAspect="1"/>
          </p:cNvPicPr>
          <p:nvPr/>
        </p:nvPicPr>
        <p:blipFill>
          <a:blip r:embed="rId2">
            <a:extLst/>
          </a:blip>
          <a:stretch>
            <a:fillRect/>
          </a:stretch>
        </p:blipFill>
        <p:spPr>
          <a:xfrm>
            <a:off x="1015167" y="1242622"/>
            <a:ext cx="7143485" cy="4408553"/>
          </a:xfrm>
          <a:prstGeom prst="rect">
            <a:avLst/>
          </a:prstGeom>
          <a:ln w="12700">
            <a:miter lim="400000"/>
          </a:ln>
        </p:spPr>
      </p:pic>
      <p:sp>
        <p:nvSpPr>
          <p:cNvPr id="214" name="TextBox 12"/>
          <p:cNvSpPr txBox="1"/>
          <p:nvPr/>
        </p:nvSpPr>
        <p:spPr>
          <a:xfrm>
            <a:off x="8204372" y="1091061"/>
            <a:ext cx="3608289" cy="440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700" u="sng"/>
            </a:pPr>
            <a:r>
              <a:t>Young Singles/Couples Mainstream </a:t>
            </a:r>
            <a:r>
              <a:rPr u="none"/>
              <a:t>is the single largest customer segment in the entire base, at roughly 11% of all customers, well ahead of every other life stage × affluence combination. </a:t>
            </a:r>
            <a:endParaRPr u="none"/>
          </a:p>
          <a:p>
            <a:pPr>
              <a:defRPr b="1" sz="1700"/>
            </a:pPr>
          </a:p>
          <a:p>
            <a:pPr>
              <a:defRPr b="1" sz="1700" u="sng"/>
            </a:pPr>
            <a:r>
              <a:t>Mainstream and Budget </a:t>
            </a:r>
            <a:r>
              <a:rPr u="none"/>
              <a:t>dominate customer volume across most life stages, while Premium is consistently the smallest share within each group, except among Older Singles/Couples, where all three segments are nearly balanced (6.6–6.8% each).</a:t>
            </a:r>
            <a:endParaRPr u="none"/>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lide Number Placeholder 6"/>
          <p:cNvSpPr txBox="1"/>
          <p:nvPr>
            <p:ph type="sldNum" sz="quarter" idx="2"/>
          </p:nvPr>
        </p:nvSpPr>
        <p:spPr>
          <a:xfrm>
            <a:off x="254088" y="6239657"/>
            <a:ext cx="203024" cy="3073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7" name="Title 2"/>
          <p:cNvSpPr txBox="1"/>
          <p:nvPr>
            <p:ph type="title"/>
          </p:nvPr>
        </p:nvSpPr>
        <p:spPr>
          <a:prstGeom prst="rect">
            <a:avLst/>
          </a:prstGeom>
        </p:spPr>
        <p:txBody>
          <a:bodyPr/>
          <a:lstStyle>
            <a:lvl1pPr defTabSz="685800">
              <a:defRPr sz="6225"/>
            </a:lvl1pPr>
          </a:lstStyle>
          <a:p>
            <a:pPr/>
            <a:r>
              <a:t>02</a:t>
            </a:r>
          </a:p>
        </p:txBody>
      </p:sp>
      <p:sp>
        <p:nvSpPr>
          <p:cNvPr id="218" name="Text Placeholder 3"/>
          <p:cNvSpPr txBox="1"/>
          <p:nvPr>
            <p:ph type="body" sz="quarter" idx="1"/>
          </p:nvPr>
        </p:nvSpPr>
        <p:spPr>
          <a:xfrm>
            <a:off x="1201737" y="3122612"/>
            <a:ext cx="5516563" cy="2516187"/>
          </a:xfrm>
          <a:prstGeom prst="rect">
            <a:avLst/>
          </a:prstGeom>
        </p:spPr>
        <p:txBody>
          <a:bodyPr/>
          <a:lstStyle/>
          <a:p>
            <a:pPr/>
            <a:r>
              <a:t>Trial store performance</a:t>
            </a:r>
          </a:p>
        </p:txBody>
      </p:sp>
      <p:sp>
        <p:nvSpPr>
          <p:cNvPr id="219" name="Rectangle 1"/>
          <p:cNvSpPr/>
          <p:nvPr/>
        </p:nvSpPr>
        <p:spPr>
          <a:xfrm>
            <a:off x="5299075" y="6494584"/>
            <a:ext cx="1676157" cy="281354"/>
          </a:xfrm>
          <a:prstGeom prst="rect">
            <a:avLst/>
          </a:prstGeom>
          <a:solidFill>
            <a:srgbClr val="FFFFFF"/>
          </a:solidFill>
          <a:ln w="12700">
            <a:miter lim="400000"/>
          </a:ln>
        </p:spPr>
        <p:txBody>
          <a:bodyPr lIns="45719" rIns="45719" anchor="ctr"/>
          <a:lstStyle/>
          <a:p>
            <a:pPr algn="ctr">
              <a:defRPr sz="1400"/>
            </a:pP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Slide Number Placeholder 6"/>
          <p:cNvSpPr txBox="1"/>
          <p:nvPr>
            <p:ph type="sldNum" sz="quarter" idx="2"/>
          </p:nvPr>
        </p:nvSpPr>
        <p:spPr>
          <a:xfrm>
            <a:off x="254088" y="6239657"/>
            <a:ext cx="203024" cy="3073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2" name="Text Placeholder 3"/>
          <p:cNvSpPr txBox="1"/>
          <p:nvPr>
            <p:ph type="body" sz="quarter" idx="1"/>
          </p:nvPr>
        </p:nvSpPr>
        <p:spPr>
          <a:xfrm>
            <a:off x="1196975" y="453371"/>
            <a:ext cx="10479600" cy="824400"/>
          </a:xfrm>
          <a:prstGeom prst="rect">
            <a:avLst/>
          </a:prstGeom>
        </p:spPr>
        <p:txBody>
          <a:bodyPr/>
          <a:lstStyle>
            <a:lvl1pPr>
              <a:defRPr b="1"/>
            </a:lvl1pPr>
          </a:lstStyle>
          <a:p>
            <a:pPr/>
            <a:r>
              <a:t>Control store selection</a:t>
            </a:r>
          </a:p>
        </p:txBody>
      </p:sp>
      <p:sp>
        <p:nvSpPr>
          <p:cNvPr id="223" name="TextBox 4"/>
          <p:cNvSpPr txBox="1"/>
          <p:nvPr/>
        </p:nvSpPr>
        <p:spPr>
          <a:xfrm>
            <a:off x="2807311" y="1670461"/>
            <a:ext cx="7258927" cy="3774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pPr>
            <a:r>
              <a:t>Control stores were selected by matching each trial store to the candidate with the most similar pre-trial performance (July 2018–January 2019) across three drivers: </a:t>
            </a:r>
            <a:r>
              <a:rPr u="sng"/>
              <a:t>total sales, customer count, and purchase frequency</a:t>
            </a:r>
            <a:r>
              <a:t>, combined using a </a:t>
            </a:r>
            <a:r>
              <a:rPr b="1"/>
              <a:t>correlation</a:t>
            </a:r>
            <a:r>
              <a:t> and </a:t>
            </a:r>
            <a:r>
              <a:rPr b="1"/>
              <a:t>magnitude-distance score</a:t>
            </a:r>
            <a:r>
              <a:t>. </a:t>
            </a:r>
          </a:p>
          <a:p>
            <a:pPr>
              <a:defRPr sz="2400"/>
            </a:pPr>
          </a:p>
          <a:p>
            <a:pPr>
              <a:defRPr sz="2400"/>
            </a:pPr>
            <a:r>
              <a:t>This identified stores 84, 138, and 201 as controls for trial stores 77, 86, and 88 respectively.</a:t>
            </a:r>
          </a:p>
        </p:txBody>
      </p:sp>
      <p:sp>
        <p:nvSpPr>
          <p:cNvPr id="224" name="Rectangle 5"/>
          <p:cNvSpPr/>
          <p:nvPr/>
        </p:nvSpPr>
        <p:spPr>
          <a:xfrm>
            <a:off x="5299075" y="6494584"/>
            <a:ext cx="1676157" cy="281354"/>
          </a:xfrm>
          <a:prstGeom prst="rect">
            <a:avLst/>
          </a:prstGeom>
          <a:solidFill>
            <a:srgbClr val="FFFFFF"/>
          </a:solidFill>
          <a:ln w="12700">
            <a:miter lim="400000"/>
          </a:ln>
        </p:spPr>
        <p:txBody>
          <a:bodyPr lIns="45719" rIns="45719" anchor="ctr"/>
          <a:lstStyle/>
          <a:p>
            <a:pPr algn="ctr">
              <a:defRPr sz="1400"/>
            </a:pP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Slide Number Placeholder 6"/>
          <p:cNvSpPr txBox="1"/>
          <p:nvPr>
            <p:ph type="sldNum" sz="quarter" idx="2"/>
          </p:nvPr>
        </p:nvSpPr>
        <p:spPr>
          <a:xfrm>
            <a:off x="254088" y="6239657"/>
            <a:ext cx="203024" cy="3073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7" name="Text Placeholder 3"/>
          <p:cNvSpPr txBox="1"/>
          <p:nvPr>
            <p:ph type="body" sz="quarter" idx="1"/>
          </p:nvPr>
        </p:nvSpPr>
        <p:spPr>
          <a:xfrm>
            <a:off x="1196975" y="453371"/>
            <a:ext cx="10479600" cy="824400"/>
          </a:xfrm>
          <a:prstGeom prst="rect">
            <a:avLst/>
          </a:prstGeom>
        </p:spPr>
        <p:txBody>
          <a:bodyPr/>
          <a:lstStyle>
            <a:lvl1pPr>
              <a:defRPr b="1"/>
            </a:lvl1pPr>
          </a:lstStyle>
          <a:p>
            <a:pPr/>
            <a:r>
              <a:t>Trial Performance: Did It Work?</a:t>
            </a:r>
          </a:p>
        </p:txBody>
      </p:sp>
      <p:sp>
        <p:nvSpPr>
          <p:cNvPr id="228" name="TextBox 4"/>
          <p:cNvSpPr txBox="1"/>
          <p:nvPr/>
        </p:nvSpPr>
        <p:spPr>
          <a:xfrm>
            <a:off x="2466536" y="1632840"/>
            <a:ext cx="7258927" cy="414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pPr>
            <a:r>
              <a:t>All three trial stores recorded a statistically significant uplift in sales and traffic in February, the first trial month (+33%, +31%, and +17% vs. control respectively). </a:t>
            </a:r>
          </a:p>
          <a:p>
            <a:pPr>
              <a:defRPr sz="2400"/>
            </a:pPr>
          </a:p>
          <a:p>
            <a:pPr>
              <a:defRPr sz="2400"/>
            </a:pPr>
            <a:r>
              <a:t>Only store 77 sustained this uplift through March and April; stores 86 and 88 reverted to control-level performance almost immediately, consistent with a short-lived novelty effect rather than a lasting change in shopping behavior.</a:t>
            </a:r>
          </a:p>
        </p:txBody>
      </p:sp>
      <p:sp>
        <p:nvSpPr>
          <p:cNvPr id="229" name="Rectangle 5"/>
          <p:cNvSpPr/>
          <p:nvPr/>
        </p:nvSpPr>
        <p:spPr>
          <a:xfrm>
            <a:off x="5299075" y="6494584"/>
            <a:ext cx="1676157" cy="281354"/>
          </a:xfrm>
          <a:prstGeom prst="rect">
            <a:avLst/>
          </a:prstGeom>
          <a:solidFill>
            <a:srgbClr val="FFFFFF"/>
          </a:solidFill>
          <a:ln w="12700">
            <a:miter lim="400000"/>
          </a:ln>
        </p:spPr>
        <p:txBody>
          <a:bodyPr lIns="45719" rIns="45719" anchor="ctr"/>
          <a:lstStyle/>
          <a:p>
            <a:pPr algn="ctr">
              <a:defRPr sz="1400"/>
            </a:pP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5"/>
      </a:dk1>
      <a:lt1>
        <a:srgbClr val="FFFFFF"/>
      </a:lt1>
      <a:dk2>
        <a:srgbClr val="A7A7A7"/>
      </a:dk2>
      <a:lt2>
        <a:srgbClr val="535353"/>
      </a:lt2>
      <a:accent1>
        <a:srgbClr val="BCB5AC"/>
      </a:accent1>
      <a:accent2>
        <a:srgbClr val="736E68"/>
      </a:accent2>
      <a:accent3>
        <a:srgbClr val="93908E"/>
      </a:accent3>
      <a:accent4>
        <a:srgbClr val="C7C5C4"/>
      </a:accent4>
      <a:accent5>
        <a:srgbClr val="525150"/>
      </a:accent5>
      <a:accent6>
        <a:srgbClr val="4A4A4E"/>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BCB5AC"/>
      </a:accent1>
      <a:accent2>
        <a:srgbClr val="736E68"/>
      </a:accent2>
      <a:accent3>
        <a:srgbClr val="93908E"/>
      </a:accent3>
      <a:accent4>
        <a:srgbClr val="C7C5C4"/>
      </a:accent4>
      <a:accent5>
        <a:srgbClr val="525150"/>
      </a:accent5>
      <a:accent6>
        <a:srgbClr val="4A4A4E"/>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5"/>
            </a:solidFill>
            <a:effectLst/>
            <a:uFillTx/>
            <a:latin typeface="Roboto Light"/>
            <a:ea typeface="Roboto Light"/>
            <a:cs typeface="Roboto Light"/>
            <a:sym typeface="Roboto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